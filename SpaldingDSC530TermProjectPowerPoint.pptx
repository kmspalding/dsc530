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257" r:id="rId6"/>
    <p:sldId id="278" r:id="rId7"/>
    <p:sldId id="286" r:id="rId8"/>
    <p:sldId id="287" r:id="rId9"/>
    <p:sldId id="258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80" r:id="rId18"/>
    <p:sldId id="281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2" r:id="rId36"/>
    <p:sldId id="313" r:id="rId37"/>
    <p:sldId id="311" r:id="rId38"/>
    <p:sldId id="282" r:id="rId39"/>
    <p:sldId id="27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9D7CA-B771-4F74-8925-E03F81426130}" v="59" dt="2025-02-28T03:14:19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1" y="43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Spalding" userId="fd63783bedfcf0b6" providerId="LiveId" clId="{9A29D7CA-B771-4F74-8925-E03F81426130}"/>
    <pc:docChg chg="undo custSel addSld delSld modSld sldOrd">
      <pc:chgData name="Kyle Spalding" userId="fd63783bedfcf0b6" providerId="LiveId" clId="{9A29D7CA-B771-4F74-8925-E03F81426130}" dt="2025-03-02T01:58:37.223" v="1895" actId="26606"/>
      <pc:docMkLst>
        <pc:docMk/>
      </pc:docMkLst>
      <pc:sldChg chg="modSp mod">
        <pc:chgData name="Kyle Spalding" userId="fd63783bedfcf0b6" providerId="LiveId" clId="{9A29D7CA-B771-4F74-8925-E03F81426130}" dt="2025-03-02T01:58:11.067" v="1894" actId="20577"/>
        <pc:sldMkLst>
          <pc:docMk/>
          <pc:sldMk cId="2586058810" sldId="256"/>
        </pc:sldMkLst>
        <pc:spChg chg="mod">
          <ac:chgData name="Kyle Spalding" userId="fd63783bedfcf0b6" providerId="LiveId" clId="{9A29D7CA-B771-4F74-8925-E03F81426130}" dt="2025-03-02T01:58:11.067" v="1894" actId="20577"/>
          <ac:spMkLst>
            <pc:docMk/>
            <pc:sldMk cId="2586058810" sldId="256"/>
            <ac:spMk id="2" creationId="{CFE75451-6A4B-484B-9ED1-353CCE25B0F4}"/>
          </ac:spMkLst>
        </pc:spChg>
      </pc:sldChg>
      <pc:sldChg chg="addSp delSp modSp mod chgLayout">
        <pc:chgData name="Kyle Spalding" userId="fd63783bedfcf0b6" providerId="LiveId" clId="{9A29D7CA-B771-4F74-8925-E03F81426130}" dt="2025-03-02T01:58:37.223" v="1895" actId="26606"/>
        <pc:sldMkLst>
          <pc:docMk/>
          <pc:sldMk cId="1713219598" sldId="257"/>
        </pc:sldMkLst>
        <pc:spChg chg="mod">
          <ac:chgData name="Kyle Spalding" userId="fd63783bedfcf0b6" providerId="LiveId" clId="{9A29D7CA-B771-4F74-8925-E03F81426130}" dt="2025-03-02T01:58:37.223" v="1895" actId="26606"/>
          <ac:spMkLst>
            <pc:docMk/>
            <pc:sldMk cId="1713219598" sldId="257"/>
            <ac:spMk id="2" creationId="{1BEF5859-10C9-4588-9727-B9362E26C29D}"/>
          </ac:spMkLst>
        </pc:spChg>
        <pc:spChg chg="del">
          <ac:chgData name="Kyle Spalding" userId="fd63783bedfcf0b6" providerId="LiveId" clId="{9A29D7CA-B771-4F74-8925-E03F81426130}" dt="2025-03-02T01:58:37.223" v="1895" actId="26606"/>
          <ac:spMkLst>
            <pc:docMk/>
            <pc:sldMk cId="1713219598" sldId="257"/>
            <ac:spMk id="3" creationId="{5671D7E5-EF66-4BCD-8DAA-E9061157F0BE}"/>
          </ac:spMkLst>
        </pc:spChg>
        <pc:spChg chg="mod">
          <ac:chgData name="Kyle Spalding" userId="fd63783bedfcf0b6" providerId="LiveId" clId="{9A29D7CA-B771-4F74-8925-E03F81426130}" dt="2025-03-02T01:58:37.223" v="1895" actId="26606"/>
          <ac:spMkLst>
            <pc:docMk/>
            <pc:sldMk cId="1713219598" sldId="257"/>
            <ac:spMk id="5" creationId="{B02A8827-B1A1-2D2F-D6DD-E886B886C43E}"/>
          </ac:spMkLst>
        </pc:spChg>
        <pc:graphicFrameChg chg="add mod">
          <ac:chgData name="Kyle Spalding" userId="fd63783bedfcf0b6" providerId="LiveId" clId="{9A29D7CA-B771-4F74-8925-E03F81426130}" dt="2025-03-02T01:58:37.223" v="1895" actId="26606"/>
          <ac:graphicFrameMkLst>
            <pc:docMk/>
            <pc:sldMk cId="1713219598" sldId="257"/>
            <ac:graphicFrameMk id="7" creationId="{093118E1-AA8B-DDAB-FD6C-E9B4E1A54056}"/>
          </ac:graphicFrameMkLst>
        </pc:graphicFrameChg>
      </pc:sldChg>
      <pc:sldChg chg="del">
        <pc:chgData name="Kyle Spalding" userId="fd63783bedfcf0b6" providerId="LiveId" clId="{9A29D7CA-B771-4F74-8925-E03F81426130}" dt="2025-03-02T01:57:27.196" v="1889" actId="2696"/>
        <pc:sldMkLst>
          <pc:docMk/>
          <pc:sldMk cId="1742861620" sldId="266"/>
        </pc:sldMkLst>
      </pc:sldChg>
      <pc:sldChg chg="modSp mod">
        <pc:chgData name="Kyle Spalding" userId="fd63783bedfcf0b6" providerId="LiveId" clId="{9A29D7CA-B771-4F74-8925-E03F81426130}" dt="2025-03-02T01:57:52.857" v="1893" actId="20577"/>
        <pc:sldMkLst>
          <pc:docMk/>
          <pc:sldMk cId="1969787568" sldId="271"/>
        </pc:sldMkLst>
        <pc:spChg chg="mod">
          <ac:chgData name="Kyle Spalding" userId="fd63783bedfcf0b6" providerId="LiveId" clId="{9A29D7CA-B771-4F74-8925-E03F81426130}" dt="2025-03-02T01:57:52.857" v="1893" actId="20577"/>
          <ac:spMkLst>
            <pc:docMk/>
            <pc:sldMk cId="1969787568" sldId="271"/>
            <ac:spMk id="3" creationId="{AF64C29E-DF30-4DC6-AB95-2016F9A703B6}"/>
          </ac:spMkLst>
        </pc:spChg>
      </pc:sldChg>
      <pc:sldChg chg="modSp mod modClrScheme chgLayout">
        <pc:chgData name="Kyle Spalding" userId="fd63783bedfcf0b6" providerId="LiveId" clId="{9A29D7CA-B771-4F74-8925-E03F81426130}" dt="2025-02-25T01:43:54.575" v="22" actId="26606"/>
        <pc:sldMkLst>
          <pc:docMk/>
          <pc:sldMk cId="334696707" sldId="280"/>
        </pc:sldMkLst>
        <pc:spChg chg="mod">
          <ac:chgData name="Kyle Spalding" userId="fd63783bedfcf0b6" providerId="LiveId" clId="{9A29D7CA-B771-4F74-8925-E03F81426130}" dt="2025-02-25T01:43:54.575" v="22" actId="26606"/>
          <ac:spMkLst>
            <pc:docMk/>
            <pc:sldMk cId="334696707" sldId="280"/>
            <ac:spMk id="2" creationId="{566C97BE-403B-122E-90D1-2788978A0B6F}"/>
          </ac:spMkLst>
        </pc:spChg>
      </pc:sldChg>
      <pc:sldChg chg="addSp delSp modSp mod chgLayout">
        <pc:chgData name="Kyle Spalding" userId="fd63783bedfcf0b6" providerId="LiveId" clId="{9A29D7CA-B771-4F74-8925-E03F81426130}" dt="2025-02-25T01:51:24.567" v="173" actId="26606"/>
        <pc:sldMkLst>
          <pc:docMk/>
          <pc:sldMk cId="103458723" sldId="281"/>
        </pc:sldMkLst>
        <pc:spChg chg="mod">
          <ac:chgData name="Kyle Spalding" userId="fd63783bedfcf0b6" providerId="LiveId" clId="{9A29D7CA-B771-4F74-8925-E03F81426130}" dt="2025-02-25T01:51:24.567" v="173" actId="26606"/>
          <ac:spMkLst>
            <pc:docMk/>
            <pc:sldMk cId="103458723" sldId="281"/>
            <ac:spMk id="2" creationId="{A95E2E6A-35EC-1B8E-0FD7-8C67870ACA64}"/>
          </ac:spMkLst>
        </pc:spChg>
        <pc:spChg chg="mod">
          <ac:chgData name="Kyle Spalding" userId="fd63783bedfcf0b6" providerId="LiveId" clId="{9A29D7CA-B771-4F74-8925-E03F81426130}" dt="2025-02-25T01:51:24.567" v="173" actId="26606"/>
          <ac:spMkLst>
            <pc:docMk/>
            <pc:sldMk cId="103458723" sldId="281"/>
            <ac:spMk id="8" creationId="{8F44A959-C2BB-9170-C99C-1A2EDB71B994}"/>
          </ac:spMkLst>
        </pc:spChg>
        <pc:graphicFrameChg chg="add mod ord modGraphic">
          <ac:chgData name="Kyle Spalding" userId="fd63783bedfcf0b6" providerId="LiveId" clId="{9A29D7CA-B771-4F74-8925-E03F81426130}" dt="2025-02-25T01:51:24.567" v="173" actId="26606"/>
          <ac:graphicFrameMkLst>
            <pc:docMk/>
            <pc:sldMk cId="103458723" sldId="281"/>
            <ac:graphicFrameMk id="11" creationId="{0AA84857-4AD1-316C-A199-9AFC2087AE73}"/>
          </ac:graphicFrameMkLst>
        </pc:graphicFrameChg>
      </pc:sldChg>
      <pc:sldChg chg="addSp delSp modSp mod">
        <pc:chgData name="Kyle Spalding" userId="fd63783bedfcf0b6" providerId="LiveId" clId="{9A29D7CA-B771-4F74-8925-E03F81426130}" dt="2025-02-28T03:21:29.132" v="1888" actId="20577"/>
        <pc:sldMkLst>
          <pc:docMk/>
          <pc:sldMk cId="636929804" sldId="282"/>
        </pc:sldMkLst>
        <pc:spChg chg="mod">
          <ac:chgData name="Kyle Spalding" userId="fd63783bedfcf0b6" providerId="LiveId" clId="{9A29D7CA-B771-4F74-8925-E03F81426130}" dt="2025-02-28T03:13:10.574" v="1350" actId="20577"/>
          <ac:spMkLst>
            <pc:docMk/>
            <pc:sldMk cId="636929804" sldId="282"/>
            <ac:spMk id="2" creationId="{8B27D9B3-B64F-656A-0D99-161A6C0F518F}"/>
          </ac:spMkLst>
        </pc:spChg>
        <pc:spChg chg="mod">
          <ac:chgData name="Kyle Spalding" userId="fd63783bedfcf0b6" providerId="LiveId" clId="{9A29D7CA-B771-4F74-8925-E03F81426130}" dt="2025-02-28T03:13:32.392" v="1376" actId="20577"/>
          <ac:spMkLst>
            <pc:docMk/>
            <pc:sldMk cId="636929804" sldId="282"/>
            <ac:spMk id="13" creationId="{7E5B6E40-3A7D-ACF7-AA38-25977D322D81}"/>
          </ac:spMkLst>
        </pc:spChg>
        <pc:spChg chg="mod">
          <ac:chgData name="Kyle Spalding" userId="fd63783bedfcf0b6" providerId="LiveId" clId="{9A29D7CA-B771-4F74-8925-E03F81426130}" dt="2025-02-28T03:21:29.132" v="1888" actId="20577"/>
          <ac:spMkLst>
            <pc:docMk/>
            <pc:sldMk cId="636929804" sldId="282"/>
            <ac:spMk id="14" creationId="{5112969F-EB84-49D5-7100-1FB28870FB30}"/>
          </ac:spMkLst>
        </pc:spChg>
        <pc:spChg chg="mod">
          <ac:chgData name="Kyle Spalding" userId="fd63783bedfcf0b6" providerId="LiveId" clId="{9A29D7CA-B771-4F74-8925-E03F81426130}" dt="2025-02-28T03:16:37.658" v="1554" actId="20577"/>
          <ac:spMkLst>
            <pc:docMk/>
            <pc:sldMk cId="636929804" sldId="282"/>
            <ac:spMk id="15" creationId="{A536BD54-EFA1-25A2-9F04-4F22C36E2A5D}"/>
          </ac:spMkLst>
        </pc:spChg>
        <pc:spChg chg="add del mod">
          <ac:chgData name="Kyle Spalding" userId="fd63783bedfcf0b6" providerId="LiveId" clId="{9A29D7CA-B771-4F74-8925-E03F81426130}" dt="2025-02-28T03:16:19.578" v="1533" actId="20577"/>
          <ac:spMkLst>
            <pc:docMk/>
            <pc:sldMk cId="636929804" sldId="282"/>
            <ac:spMk id="36" creationId="{E71298F0-74F1-FECA-0F02-495F9A2EBA7B}"/>
          </ac:spMkLst>
        </pc:spChg>
      </pc:sldChg>
      <pc:sldChg chg="del">
        <pc:chgData name="Kyle Spalding" userId="fd63783bedfcf0b6" providerId="LiveId" clId="{9A29D7CA-B771-4F74-8925-E03F81426130}" dt="2025-03-02T01:57:31.241" v="1890" actId="2696"/>
        <pc:sldMkLst>
          <pc:docMk/>
          <pc:sldMk cId="1658164610" sldId="283"/>
        </pc:sldMkLst>
      </pc:sldChg>
      <pc:sldChg chg="del">
        <pc:chgData name="Kyle Spalding" userId="fd63783bedfcf0b6" providerId="LiveId" clId="{9A29D7CA-B771-4F74-8925-E03F81426130}" dt="2025-03-02T01:57:37.099" v="1891" actId="2696"/>
        <pc:sldMkLst>
          <pc:docMk/>
          <pc:sldMk cId="2403577982" sldId="284"/>
        </pc:sldMkLst>
      </pc:sldChg>
      <pc:sldChg chg="del">
        <pc:chgData name="Kyle Spalding" userId="fd63783bedfcf0b6" providerId="LiveId" clId="{9A29D7CA-B771-4F74-8925-E03F81426130}" dt="2025-03-02T01:57:42.274" v="1892" actId="2696"/>
        <pc:sldMkLst>
          <pc:docMk/>
          <pc:sldMk cId="2791821786" sldId="285"/>
        </pc:sldMkLst>
      </pc:sldChg>
      <pc:sldChg chg="modSp mod chgLayout">
        <pc:chgData name="Kyle Spalding" userId="fd63783bedfcf0b6" providerId="LiveId" clId="{9A29D7CA-B771-4F74-8925-E03F81426130}" dt="2025-02-26T02:00:05.154" v="177" actId="26606"/>
        <pc:sldMkLst>
          <pc:docMk/>
          <pc:sldMk cId="2049760350" sldId="286"/>
        </pc:sldMkLst>
        <pc:spChg chg="mod">
          <ac:chgData name="Kyle Spalding" userId="fd63783bedfcf0b6" providerId="LiveId" clId="{9A29D7CA-B771-4F74-8925-E03F81426130}" dt="2025-02-26T02:00:05.112" v="176" actId="26606"/>
          <ac:spMkLst>
            <pc:docMk/>
            <pc:sldMk cId="2049760350" sldId="286"/>
            <ac:spMk id="2" creationId="{9A83EF44-BD49-3801-9E45-8C21FACE3211}"/>
          </ac:spMkLst>
        </pc:spChg>
        <pc:spChg chg="mod">
          <ac:chgData name="Kyle Spalding" userId="fd63783bedfcf0b6" providerId="LiveId" clId="{9A29D7CA-B771-4F74-8925-E03F81426130}" dt="2025-02-26T02:00:05.112" v="176" actId="26606"/>
          <ac:spMkLst>
            <pc:docMk/>
            <pc:sldMk cId="2049760350" sldId="286"/>
            <ac:spMk id="14" creationId="{0EF23290-0280-4BBE-D580-1366E4B2E304}"/>
          </ac:spMkLst>
        </pc:spChg>
        <pc:graphicFrameChg chg="mod modGraphic">
          <ac:chgData name="Kyle Spalding" userId="fd63783bedfcf0b6" providerId="LiveId" clId="{9A29D7CA-B771-4F74-8925-E03F81426130}" dt="2025-02-26T02:00:05.154" v="177" actId="26606"/>
          <ac:graphicFrameMkLst>
            <pc:docMk/>
            <pc:sldMk cId="2049760350" sldId="286"/>
            <ac:graphicFrameMk id="16" creationId="{E855F83C-4E09-849C-6696-D63BAA09E0C2}"/>
          </ac:graphicFrameMkLst>
        </pc:graphicFrameChg>
      </pc:sldChg>
      <pc:sldChg chg="modSp add mod">
        <pc:chgData name="Kyle Spalding" userId="fd63783bedfcf0b6" providerId="LiveId" clId="{9A29D7CA-B771-4F74-8925-E03F81426130}" dt="2025-02-26T02:02:32.408" v="215" actId="20577"/>
        <pc:sldMkLst>
          <pc:docMk/>
          <pc:sldMk cId="3715521721" sldId="295"/>
        </pc:sldMkLst>
        <pc:spChg chg="mod">
          <ac:chgData name="Kyle Spalding" userId="fd63783bedfcf0b6" providerId="LiveId" clId="{9A29D7CA-B771-4F74-8925-E03F81426130}" dt="2025-02-26T02:00:44.983" v="186" actId="20577"/>
          <ac:spMkLst>
            <pc:docMk/>
            <pc:sldMk cId="3715521721" sldId="295"/>
            <ac:spMk id="2" creationId="{B29D73F1-8A24-3C81-0FEB-0D6FE1AE0D61}"/>
          </ac:spMkLst>
        </pc:spChg>
        <pc:graphicFrameChg chg="mod modGraphic">
          <ac:chgData name="Kyle Spalding" userId="fd63783bedfcf0b6" providerId="LiveId" clId="{9A29D7CA-B771-4F74-8925-E03F81426130}" dt="2025-02-26T02:02:32.408" v="215" actId="20577"/>
          <ac:graphicFrameMkLst>
            <pc:docMk/>
            <pc:sldMk cId="3715521721" sldId="295"/>
            <ac:graphicFrameMk id="11" creationId="{0E9C9C77-EC92-5751-45F4-CCFE0CBC212F}"/>
          </ac:graphicFrameMkLst>
        </pc:graphicFrameChg>
      </pc:sldChg>
      <pc:sldChg chg="modSp add mod">
        <pc:chgData name="Kyle Spalding" userId="fd63783bedfcf0b6" providerId="LiveId" clId="{9A29D7CA-B771-4F74-8925-E03F81426130}" dt="2025-02-26T02:04:25.402" v="250"/>
        <pc:sldMkLst>
          <pc:docMk/>
          <pc:sldMk cId="292471215" sldId="296"/>
        </pc:sldMkLst>
        <pc:spChg chg="mod">
          <ac:chgData name="Kyle Spalding" userId="fd63783bedfcf0b6" providerId="LiveId" clId="{9A29D7CA-B771-4F74-8925-E03F81426130}" dt="2025-02-26T02:02:57.965" v="228" actId="20577"/>
          <ac:spMkLst>
            <pc:docMk/>
            <pc:sldMk cId="292471215" sldId="296"/>
            <ac:spMk id="2" creationId="{85E9E0D1-521C-BA96-2CEB-1148FDED2A81}"/>
          </ac:spMkLst>
        </pc:spChg>
        <pc:graphicFrameChg chg="mod modGraphic">
          <ac:chgData name="Kyle Spalding" userId="fd63783bedfcf0b6" providerId="LiveId" clId="{9A29D7CA-B771-4F74-8925-E03F81426130}" dt="2025-02-26T02:04:25.402" v="250"/>
          <ac:graphicFrameMkLst>
            <pc:docMk/>
            <pc:sldMk cId="292471215" sldId="296"/>
            <ac:graphicFrameMk id="11" creationId="{D50069B8-4591-400B-0AEF-79B96CCFF32A}"/>
          </ac:graphicFrameMkLst>
        </pc:graphicFrameChg>
      </pc:sldChg>
      <pc:sldChg chg="modSp add mod">
        <pc:chgData name="Kyle Spalding" userId="fd63783bedfcf0b6" providerId="LiveId" clId="{9A29D7CA-B771-4F74-8925-E03F81426130}" dt="2025-02-26T02:06:23.804" v="308"/>
        <pc:sldMkLst>
          <pc:docMk/>
          <pc:sldMk cId="2608572729" sldId="297"/>
        </pc:sldMkLst>
        <pc:spChg chg="mod">
          <ac:chgData name="Kyle Spalding" userId="fd63783bedfcf0b6" providerId="LiveId" clId="{9A29D7CA-B771-4F74-8925-E03F81426130}" dt="2025-02-26T02:05:01.885" v="277" actId="20577"/>
          <ac:spMkLst>
            <pc:docMk/>
            <pc:sldMk cId="2608572729" sldId="297"/>
            <ac:spMk id="2" creationId="{7AEC3E35-CF47-EE15-AB77-514AD4B7F0FD}"/>
          </ac:spMkLst>
        </pc:spChg>
        <pc:graphicFrameChg chg="mod modGraphic">
          <ac:chgData name="Kyle Spalding" userId="fd63783bedfcf0b6" providerId="LiveId" clId="{9A29D7CA-B771-4F74-8925-E03F81426130}" dt="2025-02-26T02:06:23.804" v="308"/>
          <ac:graphicFrameMkLst>
            <pc:docMk/>
            <pc:sldMk cId="2608572729" sldId="297"/>
            <ac:graphicFrameMk id="11" creationId="{046CC26C-C7A8-3308-FFF8-90C5A978B9C0}"/>
          </ac:graphicFrameMkLst>
        </pc:graphicFrameChg>
      </pc:sldChg>
      <pc:sldChg chg="modSp add mod">
        <pc:chgData name="Kyle Spalding" userId="fd63783bedfcf0b6" providerId="LiveId" clId="{9A29D7CA-B771-4F74-8925-E03F81426130}" dt="2025-02-26T02:07:59.391" v="348"/>
        <pc:sldMkLst>
          <pc:docMk/>
          <pc:sldMk cId="68752795" sldId="298"/>
        </pc:sldMkLst>
        <pc:spChg chg="mod">
          <ac:chgData name="Kyle Spalding" userId="fd63783bedfcf0b6" providerId="LiveId" clId="{9A29D7CA-B771-4F74-8925-E03F81426130}" dt="2025-02-26T02:06:47.398" v="324" actId="20577"/>
          <ac:spMkLst>
            <pc:docMk/>
            <pc:sldMk cId="68752795" sldId="298"/>
            <ac:spMk id="2" creationId="{6AF82479-3371-C580-6F22-E84CEFC1C9FF}"/>
          </ac:spMkLst>
        </pc:spChg>
        <pc:graphicFrameChg chg="mod modGraphic">
          <ac:chgData name="Kyle Spalding" userId="fd63783bedfcf0b6" providerId="LiveId" clId="{9A29D7CA-B771-4F74-8925-E03F81426130}" dt="2025-02-26T02:07:59.391" v="348"/>
          <ac:graphicFrameMkLst>
            <pc:docMk/>
            <pc:sldMk cId="68752795" sldId="298"/>
            <ac:graphicFrameMk id="11" creationId="{67D2B88E-5EF9-47DB-FF63-94C0ED02F1F3}"/>
          </ac:graphicFrameMkLst>
        </pc:graphicFrameChg>
      </pc:sldChg>
      <pc:sldChg chg="modSp add mod">
        <pc:chgData name="Kyle Spalding" userId="fd63783bedfcf0b6" providerId="LiveId" clId="{9A29D7CA-B771-4F74-8925-E03F81426130}" dt="2025-02-26T02:09:39.835" v="394" actId="20577"/>
        <pc:sldMkLst>
          <pc:docMk/>
          <pc:sldMk cId="2468253366" sldId="299"/>
        </pc:sldMkLst>
        <pc:spChg chg="mod">
          <ac:chgData name="Kyle Spalding" userId="fd63783bedfcf0b6" providerId="LiveId" clId="{9A29D7CA-B771-4F74-8925-E03F81426130}" dt="2025-02-26T02:08:32.144" v="373" actId="20577"/>
          <ac:spMkLst>
            <pc:docMk/>
            <pc:sldMk cId="2468253366" sldId="299"/>
            <ac:spMk id="2" creationId="{BE5E23B7-5412-5B3C-6ABC-CF94CA979733}"/>
          </ac:spMkLst>
        </pc:spChg>
        <pc:graphicFrameChg chg="mod modGraphic">
          <ac:chgData name="Kyle Spalding" userId="fd63783bedfcf0b6" providerId="LiveId" clId="{9A29D7CA-B771-4F74-8925-E03F81426130}" dt="2025-02-26T02:09:39.835" v="394" actId="20577"/>
          <ac:graphicFrameMkLst>
            <pc:docMk/>
            <pc:sldMk cId="2468253366" sldId="299"/>
            <ac:graphicFrameMk id="11" creationId="{761A8813-E476-17A3-4AAE-DB367800BF3E}"/>
          </ac:graphicFrameMkLst>
        </pc:graphicFrameChg>
      </pc:sldChg>
      <pc:sldChg chg="modSp add mod">
        <pc:chgData name="Kyle Spalding" userId="fd63783bedfcf0b6" providerId="LiveId" clId="{9A29D7CA-B771-4F74-8925-E03F81426130}" dt="2025-02-26T02:21:00.482" v="418"/>
        <pc:sldMkLst>
          <pc:docMk/>
          <pc:sldMk cId="4176055164" sldId="300"/>
        </pc:sldMkLst>
        <pc:spChg chg="mod">
          <ac:chgData name="Kyle Spalding" userId="fd63783bedfcf0b6" providerId="LiveId" clId="{9A29D7CA-B771-4F74-8925-E03F81426130}" dt="2025-02-26T02:19:52.329" v="402" actId="20577"/>
          <ac:spMkLst>
            <pc:docMk/>
            <pc:sldMk cId="4176055164" sldId="300"/>
            <ac:spMk id="2" creationId="{6D4002CA-2A53-42C0-9F6D-4442E550D92F}"/>
          </ac:spMkLst>
        </pc:spChg>
        <pc:graphicFrameChg chg="mod modGraphic">
          <ac:chgData name="Kyle Spalding" userId="fd63783bedfcf0b6" providerId="LiveId" clId="{9A29D7CA-B771-4F74-8925-E03F81426130}" dt="2025-02-26T02:21:00.482" v="418"/>
          <ac:graphicFrameMkLst>
            <pc:docMk/>
            <pc:sldMk cId="4176055164" sldId="300"/>
            <ac:graphicFrameMk id="11" creationId="{6A95C7F6-F26A-A066-20A9-471E5ECD63DC}"/>
          </ac:graphicFrameMkLst>
        </pc:graphicFrameChg>
      </pc:sldChg>
      <pc:sldChg chg="add">
        <pc:chgData name="Kyle Spalding" userId="fd63783bedfcf0b6" providerId="LiveId" clId="{9A29D7CA-B771-4F74-8925-E03F81426130}" dt="2025-02-26T02:22:13.869" v="419" actId="2890"/>
        <pc:sldMkLst>
          <pc:docMk/>
          <pc:sldMk cId="121161417" sldId="301"/>
        </pc:sldMkLst>
      </pc:sldChg>
      <pc:sldChg chg="modSp add mod ord">
        <pc:chgData name="Kyle Spalding" userId="fd63783bedfcf0b6" providerId="LiveId" clId="{9A29D7CA-B771-4F74-8925-E03F81426130}" dt="2025-02-26T02:24:19.276" v="438" actId="20577"/>
        <pc:sldMkLst>
          <pc:docMk/>
          <pc:sldMk cId="3491813496" sldId="302"/>
        </pc:sldMkLst>
        <pc:spChg chg="mod">
          <ac:chgData name="Kyle Spalding" userId="fd63783bedfcf0b6" providerId="LiveId" clId="{9A29D7CA-B771-4F74-8925-E03F81426130}" dt="2025-02-26T02:24:19.276" v="438" actId="20577"/>
          <ac:spMkLst>
            <pc:docMk/>
            <pc:sldMk cId="3491813496" sldId="302"/>
            <ac:spMk id="2" creationId="{8BEEAA5B-CCC5-D0B6-A0A3-DAEB4A9AD568}"/>
          </ac:spMkLst>
        </pc:spChg>
      </pc:sldChg>
      <pc:sldChg chg="addSp delSp modSp add mod ord chgLayout">
        <pc:chgData name="Kyle Spalding" userId="fd63783bedfcf0b6" providerId="LiveId" clId="{9A29D7CA-B771-4F74-8925-E03F81426130}" dt="2025-02-27T19:39:42.898" v="1293" actId="20577"/>
        <pc:sldMkLst>
          <pc:docMk/>
          <pc:sldMk cId="2024858396" sldId="303"/>
        </pc:sldMkLst>
        <pc:spChg chg="mod">
          <ac:chgData name="Kyle Spalding" userId="fd63783bedfcf0b6" providerId="LiveId" clId="{9A29D7CA-B771-4F74-8925-E03F81426130}" dt="2025-02-27T19:39:42.898" v="1293" actId="20577"/>
          <ac:spMkLst>
            <pc:docMk/>
            <pc:sldMk cId="2024858396" sldId="303"/>
            <ac:spMk id="2" creationId="{5140A344-F668-2761-024E-F750E7CB2361}"/>
          </ac:spMkLst>
        </pc:spChg>
        <pc:spChg chg="mod ord">
          <ac:chgData name="Kyle Spalding" userId="fd63783bedfcf0b6" providerId="LiveId" clId="{9A29D7CA-B771-4F74-8925-E03F81426130}" dt="2025-02-26T02:25:31.175" v="489" actId="26606"/>
          <ac:spMkLst>
            <pc:docMk/>
            <pc:sldMk cId="2024858396" sldId="303"/>
            <ac:spMk id="8" creationId="{7B5229E0-B56F-6462-CEF1-477B99A2FE22}"/>
          </ac:spMkLst>
        </pc:spChg>
        <pc:picChg chg="add mod">
          <ac:chgData name="Kyle Spalding" userId="fd63783bedfcf0b6" providerId="LiveId" clId="{9A29D7CA-B771-4F74-8925-E03F81426130}" dt="2025-02-26T02:26:03.886" v="496" actId="14100"/>
          <ac:picMkLst>
            <pc:docMk/>
            <pc:sldMk cId="2024858396" sldId="303"/>
            <ac:picMk id="8194" creationId="{B660B1CE-0DE9-D6D2-46AD-96A606F4475B}"/>
          </ac:picMkLst>
        </pc:picChg>
      </pc:sldChg>
      <pc:sldChg chg="addSp delSp modSp add mod modClrScheme chgLayout">
        <pc:chgData name="Kyle Spalding" userId="fd63783bedfcf0b6" providerId="LiveId" clId="{9A29D7CA-B771-4F74-8925-E03F81426130}" dt="2025-02-26T02:28:30.318" v="581" actId="14100"/>
        <pc:sldMkLst>
          <pc:docMk/>
          <pc:sldMk cId="1012302814" sldId="304"/>
        </pc:sldMkLst>
        <pc:spChg chg="mod">
          <ac:chgData name="Kyle Spalding" userId="fd63783bedfcf0b6" providerId="LiveId" clId="{9A29D7CA-B771-4F74-8925-E03F81426130}" dt="2025-02-26T02:28:26.732" v="580" actId="1076"/>
          <ac:spMkLst>
            <pc:docMk/>
            <pc:sldMk cId="1012302814" sldId="304"/>
            <ac:spMk id="2" creationId="{8830DB6C-8D06-7DF7-A0EB-0993DF5064BF}"/>
          </ac:spMkLst>
        </pc:spChg>
        <pc:spChg chg="mod ord modVis">
          <ac:chgData name="Kyle Spalding" userId="fd63783bedfcf0b6" providerId="LiveId" clId="{9A29D7CA-B771-4F74-8925-E03F81426130}" dt="2025-02-26T02:28:11.418" v="575" actId="26606"/>
          <ac:spMkLst>
            <pc:docMk/>
            <pc:sldMk cId="1012302814" sldId="304"/>
            <ac:spMk id="8" creationId="{46F082E4-7674-4C3F-F761-C5B92CA59E3F}"/>
          </ac:spMkLst>
        </pc:spChg>
        <pc:picChg chg="add mod">
          <ac:chgData name="Kyle Spalding" userId="fd63783bedfcf0b6" providerId="LiveId" clId="{9A29D7CA-B771-4F74-8925-E03F81426130}" dt="2025-02-26T02:28:30.318" v="581" actId="14100"/>
          <ac:picMkLst>
            <pc:docMk/>
            <pc:sldMk cId="1012302814" sldId="304"/>
            <ac:picMk id="9218" creationId="{E3988A6B-6459-6BE7-02CD-B4935D111EAF}"/>
          </ac:picMkLst>
        </pc:picChg>
      </pc:sldChg>
      <pc:sldChg chg="modSp add mod ord">
        <pc:chgData name="Kyle Spalding" userId="fd63783bedfcf0b6" providerId="LiveId" clId="{9A29D7CA-B771-4F74-8925-E03F81426130}" dt="2025-02-26T02:48:50.074" v="607" actId="20577"/>
        <pc:sldMkLst>
          <pc:docMk/>
          <pc:sldMk cId="2602267240" sldId="305"/>
        </pc:sldMkLst>
        <pc:spChg chg="mod">
          <ac:chgData name="Kyle Spalding" userId="fd63783bedfcf0b6" providerId="LiveId" clId="{9A29D7CA-B771-4F74-8925-E03F81426130}" dt="2025-02-26T02:48:50.074" v="607" actId="20577"/>
          <ac:spMkLst>
            <pc:docMk/>
            <pc:sldMk cId="2602267240" sldId="305"/>
            <ac:spMk id="2" creationId="{0399EB86-9E6A-531C-F29F-80844FE8CA81}"/>
          </ac:spMkLst>
        </pc:spChg>
      </pc:sldChg>
      <pc:sldChg chg="addSp delSp modSp add mod ord modClrScheme chgLayout">
        <pc:chgData name="Kyle Spalding" userId="fd63783bedfcf0b6" providerId="LiveId" clId="{9A29D7CA-B771-4F74-8925-E03F81426130}" dt="2025-02-26T02:52:46.793" v="859" actId="20577"/>
        <pc:sldMkLst>
          <pc:docMk/>
          <pc:sldMk cId="1544173117" sldId="306"/>
        </pc:sldMkLst>
        <pc:spChg chg="mod">
          <ac:chgData name="Kyle Spalding" userId="fd63783bedfcf0b6" providerId="LiveId" clId="{9A29D7CA-B771-4F74-8925-E03F81426130}" dt="2025-02-26T02:52:03.200" v="831" actId="26606"/>
          <ac:spMkLst>
            <pc:docMk/>
            <pc:sldMk cId="1544173117" sldId="306"/>
            <ac:spMk id="2" creationId="{236B86F0-C82C-5F3E-B048-CDE08C4BB129}"/>
          </ac:spMkLst>
        </pc:spChg>
        <pc:spChg chg="add mod">
          <ac:chgData name="Kyle Spalding" userId="fd63783bedfcf0b6" providerId="LiveId" clId="{9A29D7CA-B771-4F74-8925-E03F81426130}" dt="2025-02-26T02:52:46.793" v="859" actId="20577"/>
          <ac:spMkLst>
            <pc:docMk/>
            <pc:sldMk cId="1544173117" sldId="306"/>
            <ac:spMk id="5" creationId="{73CF64A0-41FB-C3CA-B523-8E67258DD892}"/>
          </ac:spMkLst>
        </pc:spChg>
        <pc:spChg chg="mod ord">
          <ac:chgData name="Kyle Spalding" userId="fd63783bedfcf0b6" providerId="LiveId" clId="{9A29D7CA-B771-4F74-8925-E03F81426130}" dt="2025-02-26T02:52:03.200" v="831" actId="26606"/>
          <ac:spMkLst>
            <pc:docMk/>
            <pc:sldMk cId="1544173117" sldId="306"/>
            <ac:spMk id="8" creationId="{851EA4AA-DC0D-4CFB-9D2A-E27033F9BF03}"/>
          </ac:spMkLst>
        </pc:spChg>
        <pc:picChg chg="add mod ord">
          <ac:chgData name="Kyle Spalding" userId="fd63783bedfcf0b6" providerId="LiveId" clId="{9A29D7CA-B771-4F74-8925-E03F81426130}" dt="2025-02-26T02:52:03.200" v="831" actId="26606"/>
          <ac:picMkLst>
            <pc:docMk/>
            <pc:sldMk cId="1544173117" sldId="306"/>
            <ac:picMk id="10242" creationId="{AAEDC560-452A-F7A3-39BD-6D919EBBB8F6}"/>
          </ac:picMkLst>
        </pc:picChg>
      </pc:sldChg>
      <pc:sldChg chg="modSp add mod ord">
        <pc:chgData name="Kyle Spalding" userId="fd63783bedfcf0b6" providerId="LiveId" clId="{9A29D7CA-B771-4F74-8925-E03F81426130}" dt="2025-02-26T02:54:23.818" v="913" actId="20577"/>
        <pc:sldMkLst>
          <pc:docMk/>
          <pc:sldMk cId="4233473294" sldId="307"/>
        </pc:sldMkLst>
        <pc:spChg chg="mod">
          <ac:chgData name="Kyle Spalding" userId="fd63783bedfcf0b6" providerId="LiveId" clId="{9A29D7CA-B771-4F74-8925-E03F81426130}" dt="2025-02-26T02:54:23.818" v="913" actId="20577"/>
          <ac:spMkLst>
            <pc:docMk/>
            <pc:sldMk cId="4233473294" sldId="307"/>
            <ac:spMk id="2" creationId="{BDB089EA-2671-DEA5-8372-9D4D1CBE45BF}"/>
          </ac:spMkLst>
        </pc:spChg>
      </pc:sldChg>
      <pc:sldChg chg="addSp delSp modSp add mod ord">
        <pc:chgData name="Kyle Spalding" userId="fd63783bedfcf0b6" providerId="LiveId" clId="{9A29D7CA-B771-4F74-8925-E03F81426130}" dt="2025-02-26T02:59:35.479" v="1045" actId="20577"/>
        <pc:sldMkLst>
          <pc:docMk/>
          <pc:sldMk cId="1696006024" sldId="308"/>
        </pc:sldMkLst>
        <pc:spChg chg="mod">
          <ac:chgData name="Kyle Spalding" userId="fd63783bedfcf0b6" providerId="LiveId" clId="{9A29D7CA-B771-4F74-8925-E03F81426130}" dt="2025-02-26T02:54:53.826" v="957" actId="20577"/>
          <ac:spMkLst>
            <pc:docMk/>
            <pc:sldMk cId="1696006024" sldId="308"/>
            <ac:spMk id="2" creationId="{5FD5064D-3B2E-6405-5493-5FCE60FA5573}"/>
          </ac:spMkLst>
        </pc:spChg>
        <pc:spChg chg="mod">
          <ac:chgData name="Kyle Spalding" userId="fd63783bedfcf0b6" providerId="LiveId" clId="{9A29D7CA-B771-4F74-8925-E03F81426130}" dt="2025-02-26T02:59:35.479" v="1045" actId="20577"/>
          <ac:spMkLst>
            <pc:docMk/>
            <pc:sldMk cId="1696006024" sldId="308"/>
            <ac:spMk id="5" creationId="{CFFC0DE7-4C9D-0E39-74A0-DC9D16B81C53}"/>
          </ac:spMkLst>
        </pc:spChg>
        <pc:picChg chg="add mod">
          <ac:chgData name="Kyle Spalding" userId="fd63783bedfcf0b6" providerId="LiveId" clId="{9A29D7CA-B771-4F74-8925-E03F81426130}" dt="2025-02-26T02:55:40.691" v="964" actId="14100"/>
          <ac:picMkLst>
            <pc:docMk/>
            <pc:sldMk cId="1696006024" sldId="308"/>
            <ac:picMk id="11266" creationId="{6CE783D1-0EF2-F077-0C92-E4AA6BECDAC9}"/>
          </ac:picMkLst>
        </pc:picChg>
      </pc:sldChg>
      <pc:sldChg chg="modSp add mod ord">
        <pc:chgData name="Kyle Spalding" userId="fd63783bedfcf0b6" providerId="LiveId" clId="{9A29D7CA-B771-4F74-8925-E03F81426130}" dt="2025-02-26T02:57:27.484" v="974" actId="20577"/>
        <pc:sldMkLst>
          <pc:docMk/>
          <pc:sldMk cId="1393931431" sldId="309"/>
        </pc:sldMkLst>
        <pc:spChg chg="mod">
          <ac:chgData name="Kyle Spalding" userId="fd63783bedfcf0b6" providerId="LiveId" clId="{9A29D7CA-B771-4F74-8925-E03F81426130}" dt="2025-02-26T02:57:27.484" v="974" actId="20577"/>
          <ac:spMkLst>
            <pc:docMk/>
            <pc:sldMk cId="1393931431" sldId="309"/>
            <ac:spMk id="2" creationId="{EB56E712-2561-EDDB-F302-8D58057232F2}"/>
          </ac:spMkLst>
        </pc:spChg>
      </pc:sldChg>
      <pc:sldChg chg="addSp delSp modSp add mod ord">
        <pc:chgData name="Kyle Spalding" userId="fd63783bedfcf0b6" providerId="LiveId" clId="{9A29D7CA-B771-4F74-8925-E03F81426130}" dt="2025-02-26T03:02:37.808" v="1098" actId="20577"/>
        <pc:sldMkLst>
          <pc:docMk/>
          <pc:sldMk cId="1290361316" sldId="310"/>
        </pc:sldMkLst>
        <pc:spChg chg="mod">
          <ac:chgData name="Kyle Spalding" userId="fd63783bedfcf0b6" providerId="LiveId" clId="{9A29D7CA-B771-4F74-8925-E03F81426130}" dt="2025-02-26T02:57:41.189" v="984" actId="20577"/>
          <ac:spMkLst>
            <pc:docMk/>
            <pc:sldMk cId="1290361316" sldId="310"/>
            <ac:spMk id="2" creationId="{03FDC962-8AED-3576-6328-CC9CE70A7856}"/>
          </ac:spMkLst>
        </pc:spChg>
        <pc:spChg chg="add mod">
          <ac:chgData name="Kyle Spalding" userId="fd63783bedfcf0b6" providerId="LiveId" clId="{9A29D7CA-B771-4F74-8925-E03F81426130}" dt="2025-02-26T03:02:37.808" v="1098" actId="20577"/>
          <ac:spMkLst>
            <pc:docMk/>
            <pc:sldMk cId="1290361316" sldId="310"/>
            <ac:spMk id="7" creationId="{93A838AE-68DB-B549-8370-72D8DA45E799}"/>
          </ac:spMkLst>
        </pc:spChg>
        <pc:picChg chg="add mod">
          <ac:chgData name="Kyle Spalding" userId="fd63783bedfcf0b6" providerId="LiveId" clId="{9A29D7CA-B771-4F74-8925-E03F81426130}" dt="2025-02-26T02:58:13.367" v="991" actId="14100"/>
          <ac:picMkLst>
            <pc:docMk/>
            <pc:sldMk cId="1290361316" sldId="310"/>
            <ac:picMk id="12290" creationId="{7CB667A6-F5B7-D333-2469-8516FFEB628A}"/>
          </ac:picMkLst>
        </pc:picChg>
      </pc:sldChg>
      <pc:sldChg chg="modSp add mod ord">
        <pc:chgData name="Kyle Spalding" userId="fd63783bedfcf0b6" providerId="LiveId" clId="{9A29D7CA-B771-4F74-8925-E03F81426130}" dt="2025-02-26T03:01:53.518" v="1064" actId="20577"/>
        <pc:sldMkLst>
          <pc:docMk/>
          <pc:sldMk cId="2213224584" sldId="311"/>
        </pc:sldMkLst>
        <pc:spChg chg="mod">
          <ac:chgData name="Kyle Spalding" userId="fd63783bedfcf0b6" providerId="LiveId" clId="{9A29D7CA-B771-4F74-8925-E03F81426130}" dt="2025-02-26T03:01:53.518" v="1064" actId="20577"/>
          <ac:spMkLst>
            <pc:docMk/>
            <pc:sldMk cId="2213224584" sldId="311"/>
            <ac:spMk id="2" creationId="{9ADEC6CF-086E-43F0-3CC4-CCE5A8A5EA2E}"/>
          </ac:spMkLst>
        </pc:spChg>
      </pc:sldChg>
      <pc:sldChg chg="modSp add mod ord">
        <pc:chgData name="Kyle Spalding" userId="fd63783bedfcf0b6" providerId="LiveId" clId="{9A29D7CA-B771-4F74-8925-E03F81426130}" dt="2025-02-26T03:11:11.390" v="1131" actId="20577"/>
        <pc:sldMkLst>
          <pc:docMk/>
          <pc:sldMk cId="2219118137" sldId="312"/>
        </pc:sldMkLst>
        <pc:spChg chg="mod">
          <ac:chgData name="Kyle Spalding" userId="fd63783bedfcf0b6" providerId="LiveId" clId="{9A29D7CA-B771-4F74-8925-E03F81426130}" dt="2025-02-26T03:11:11.390" v="1131" actId="20577"/>
          <ac:spMkLst>
            <pc:docMk/>
            <pc:sldMk cId="2219118137" sldId="312"/>
            <ac:spMk id="2" creationId="{3AF049CB-D690-F04B-6D70-F5E9313BA58B}"/>
          </ac:spMkLst>
        </pc:spChg>
      </pc:sldChg>
      <pc:sldChg chg="addSp delSp modSp add mod ord">
        <pc:chgData name="Kyle Spalding" userId="fd63783bedfcf0b6" providerId="LiveId" clId="{9A29D7CA-B771-4F74-8925-E03F81426130}" dt="2025-02-26T03:19:18.776" v="1225" actId="14100"/>
        <pc:sldMkLst>
          <pc:docMk/>
          <pc:sldMk cId="2689572366" sldId="313"/>
        </pc:sldMkLst>
        <pc:spChg chg="mod">
          <ac:chgData name="Kyle Spalding" userId="fd63783bedfcf0b6" providerId="LiveId" clId="{9A29D7CA-B771-4F74-8925-E03F81426130}" dt="2025-02-26T03:11:55.818" v="1177" actId="20577"/>
          <ac:spMkLst>
            <pc:docMk/>
            <pc:sldMk cId="2689572366" sldId="313"/>
            <ac:spMk id="2" creationId="{A543514D-F317-9142-31AC-EE19F738DE3C}"/>
          </ac:spMkLst>
        </pc:spChg>
        <pc:spChg chg="mod">
          <ac:chgData name="Kyle Spalding" userId="fd63783bedfcf0b6" providerId="LiveId" clId="{9A29D7CA-B771-4F74-8925-E03F81426130}" dt="2025-02-26T03:19:14.610" v="1224" actId="20577"/>
          <ac:spMkLst>
            <pc:docMk/>
            <pc:sldMk cId="2689572366" sldId="313"/>
            <ac:spMk id="7" creationId="{F6634D60-4E09-0802-A8AE-7D3B751C9D39}"/>
          </ac:spMkLst>
        </pc:spChg>
        <pc:picChg chg="add mod">
          <ac:chgData name="Kyle Spalding" userId="fd63783bedfcf0b6" providerId="LiveId" clId="{9A29D7CA-B771-4F74-8925-E03F81426130}" dt="2025-02-26T03:19:18.776" v="1225" actId="14100"/>
          <ac:picMkLst>
            <pc:docMk/>
            <pc:sldMk cId="2689572366" sldId="313"/>
            <ac:picMk id="13314" creationId="{8ED748AA-2536-B272-DFC9-0AA333C1AA4F}"/>
          </ac:picMkLst>
        </pc:picChg>
      </pc:sldChg>
      <pc:sldChg chg="addSp delSp modSp add del mod ord">
        <pc:chgData name="Kyle Spalding" userId="fd63783bedfcf0b6" providerId="LiveId" clId="{9A29D7CA-B771-4F74-8925-E03F81426130}" dt="2025-02-28T03:12:56.864" v="1314" actId="2696"/>
        <pc:sldMkLst>
          <pc:docMk/>
          <pc:sldMk cId="2917883175" sldId="31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3BFB0D-CC31-4390-93F9-BD031CEFA41B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66A041B-6BFE-4292-A569-AF3BFEFBDDE9}">
      <dgm:prSet/>
      <dgm:spPr/>
      <dgm:t>
        <a:bodyPr/>
        <a:lstStyle/>
        <a:p>
          <a:r>
            <a:rPr lang="en-US" b="1" i="0"/>
            <a:t>Objective:</a:t>
          </a:r>
          <a:r>
            <a:rPr lang="en-US" b="0" i="0"/>
            <a:t> To analyze the impact of different workout types on calories burned and how gender influences this relationship.</a:t>
          </a:r>
          <a:endParaRPr lang="en-US"/>
        </a:p>
      </dgm:t>
    </dgm:pt>
    <dgm:pt modelId="{50754B75-7C8F-4EBC-B465-1F7D6D6A1619}" type="parTrans" cxnId="{257DF4B9-EAB9-4118-8987-F57916AA9991}">
      <dgm:prSet/>
      <dgm:spPr/>
      <dgm:t>
        <a:bodyPr/>
        <a:lstStyle/>
        <a:p>
          <a:endParaRPr lang="en-US"/>
        </a:p>
      </dgm:t>
    </dgm:pt>
    <dgm:pt modelId="{C8B961EC-5F6F-419A-B5CE-F98AF46230A2}" type="sibTrans" cxnId="{257DF4B9-EAB9-4118-8987-F57916AA9991}">
      <dgm:prSet/>
      <dgm:spPr/>
      <dgm:t>
        <a:bodyPr/>
        <a:lstStyle/>
        <a:p>
          <a:endParaRPr lang="en-US"/>
        </a:p>
      </dgm:t>
    </dgm:pt>
    <dgm:pt modelId="{B215F8B4-95A1-4263-A777-DB55DE462489}">
      <dgm:prSet/>
      <dgm:spPr/>
      <dgm:t>
        <a:bodyPr/>
        <a:lstStyle/>
        <a:p>
          <a:r>
            <a:rPr lang="en-US" b="1" i="0"/>
            <a:t>Importance:</a:t>
          </a:r>
          <a:r>
            <a:rPr lang="en-US" b="0" i="0"/>
            <a:t> Understanding these factors can help tailor fitness programs for better results.</a:t>
          </a:r>
          <a:endParaRPr lang="en-US"/>
        </a:p>
      </dgm:t>
    </dgm:pt>
    <dgm:pt modelId="{4D5517DE-ABAF-4311-BDC8-7F2FE9079CBF}" type="parTrans" cxnId="{B54DB964-3D57-41F5-886E-3AC2CC91121A}">
      <dgm:prSet/>
      <dgm:spPr/>
      <dgm:t>
        <a:bodyPr/>
        <a:lstStyle/>
        <a:p>
          <a:endParaRPr lang="en-US"/>
        </a:p>
      </dgm:t>
    </dgm:pt>
    <dgm:pt modelId="{AAE889A4-4E5C-4D36-9984-4AC6E88198AE}" type="sibTrans" cxnId="{B54DB964-3D57-41F5-886E-3AC2CC91121A}">
      <dgm:prSet/>
      <dgm:spPr/>
      <dgm:t>
        <a:bodyPr/>
        <a:lstStyle/>
        <a:p>
          <a:endParaRPr lang="en-US"/>
        </a:p>
      </dgm:t>
    </dgm:pt>
    <dgm:pt modelId="{76ACB5C4-BBF9-4333-A2CA-B6E033AE65D4}" type="pres">
      <dgm:prSet presAssocID="{123BFB0D-CC31-4390-93F9-BD031CEFA41B}" presName="root" presStyleCnt="0">
        <dgm:presLayoutVars>
          <dgm:dir/>
          <dgm:resizeHandles val="exact"/>
        </dgm:presLayoutVars>
      </dgm:prSet>
      <dgm:spPr/>
    </dgm:pt>
    <dgm:pt modelId="{8D6FCC52-B5BC-4813-AA13-679B6219BFB7}" type="pres">
      <dgm:prSet presAssocID="{466A041B-6BFE-4292-A569-AF3BFEFBDDE9}" presName="compNode" presStyleCnt="0"/>
      <dgm:spPr/>
    </dgm:pt>
    <dgm:pt modelId="{1CF37116-5A66-40B9-BCE8-2168D65B7612}" type="pres">
      <dgm:prSet presAssocID="{466A041B-6BFE-4292-A569-AF3BFEFBDDE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FAF44C1F-4960-44DF-92E5-CF5D92B0EAE5}" type="pres">
      <dgm:prSet presAssocID="{466A041B-6BFE-4292-A569-AF3BFEFBDDE9}" presName="spaceRect" presStyleCnt="0"/>
      <dgm:spPr/>
    </dgm:pt>
    <dgm:pt modelId="{F8D5D99E-22C1-48B7-8227-D8F47F299B8C}" type="pres">
      <dgm:prSet presAssocID="{466A041B-6BFE-4292-A569-AF3BFEFBDDE9}" presName="textRect" presStyleLbl="revTx" presStyleIdx="0" presStyleCnt="2">
        <dgm:presLayoutVars>
          <dgm:chMax val="1"/>
          <dgm:chPref val="1"/>
        </dgm:presLayoutVars>
      </dgm:prSet>
      <dgm:spPr/>
    </dgm:pt>
    <dgm:pt modelId="{0A371E81-D8C4-4901-898D-4E75032F1443}" type="pres">
      <dgm:prSet presAssocID="{C8B961EC-5F6F-419A-B5CE-F98AF46230A2}" presName="sibTrans" presStyleCnt="0"/>
      <dgm:spPr/>
    </dgm:pt>
    <dgm:pt modelId="{73A9911D-EE1E-4462-AA97-E026C6CAA14D}" type="pres">
      <dgm:prSet presAssocID="{B215F8B4-95A1-4263-A777-DB55DE462489}" presName="compNode" presStyleCnt="0"/>
      <dgm:spPr/>
    </dgm:pt>
    <dgm:pt modelId="{4404114F-26D9-4BB7-9726-0D64324A8AB4}" type="pres">
      <dgm:prSet presAssocID="{B215F8B4-95A1-4263-A777-DB55DE4624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ymnast - Floor Routine"/>
        </a:ext>
      </dgm:extLst>
    </dgm:pt>
    <dgm:pt modelId="{7E424DE1-1FB7-455B-9D1B-4404A0F6BC37}" type="pres">
      <dgm:prSet presAssocID="{B215F8B4-95A1-4263-A777-DB55DE462489}" presName="spaceRect" presStyleCnt="0"/>
      <dgm:spPr/>
    </dgm:pt>
    <dgm:pt modelId="{DD49EB0C-EF13-4DA2-A32F-6EDAFC76D4C6}" type="pres">
      <dgm:prSet presAssocID="{B215F8B4-95A1-4263-A777-DB55DE46248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54DB964-3D57-41F5-886E-3AC2CC91121A}" srcId="{123BFB0D-CC31-4390-93F9-BD031CEFA41B}" destId="{B215F8B4-95A1-4263-A777-DB55DE462489}" srcOrd="1" destOrd="0" parTransId="{4D5517DE-ABAF-4311-BDC8-7F2FE9079CBF}" sibTransId="{AAE889A4-4E5C-4D36-9984-4AC6E88198AE}"/>
    <dgm:cxn modelId="{AF959A9D-AA38-4C2E-8132-69D57A9666F5}" type="presOf" srcId="{B215F8B4-95A1-4263-A777-DB55DE462489}" destId="{DD49EB0C-EF13-4DA2-A32F-6EDAFC76D4C6}" srcOrd="0" destOrd="0" presId="urn:microsoft.com/office/officeart/2018/2/layout/IconLabelList"/>
    <dgm:cxn modelId="{856B44AC-83A3-4209-9F3C-87EDFB2C060B}" type="presOf" srcId="{466A041B-6BFE-4292-A569-AF3BFEFBDDE9}" destId="{F8D5D99E-22C1-48B7-8227-D8F47F299B8C}" srcOrd="0" destOrd="0" presId="urn:microsoft.com/office/officeart/2018/2/layout/IconLabelList"/>
    <dgm:cxn modelId="{257DF4B9-EAB9-4118-8987-F57916AA9991}" srcId="{123BFB0D-CC31-4390-93F9-BD031CEFA41B}" destId="{466A041B-6BFE-4292-A569-AF3BFEFBDDE9}" srcOrd="0" destOrd="0" parTransId="{50754B75-7C8F-4EBC-B465-1F7D6D6A1619}" sibTransId="{C8B961EC-5F6F-419A-B5CE-F98AF46230A2}"/>
    <dgm:cxn modelId="{690D62BE-7AEA-429B-8B1B-43B41F08A139}" type="presOf" srcId="{123BFB0D-CC31-4390-93F9-BD031CEFA41B}" destId="{76ACB5C4-BBF9-4333-A2CA-B6E033AE65D4}" srcOrd="0" destOrd="0" presId="urn:microsoft.com/office/officeart/2018/2/layout/IconLabelList"/>
    <dgm:cxn modelId="{D3675348-8377-4F6F-8174-DA894EA6B7B3}" type="presParOf" srcId="{76ACB5C4-BBF9-4333-A2CA-B6E033AE65D4}" destId="{8D6FCC52-B5BC-4813-AA13-679B6219BFB7}" srcOrd="0" destOrd="0" presId="urn:microsoft.com/office/officeart/2018/2/layout/IconLabelList"/>
    <dgm:cxn modelId="{B6DDD1BD-DF2A-478F-A258-B32278800774}" type="presParOf" srcId="{8D6FCC52-B5BC-4813-AA13-679B6219BFB7}" destId="{1CF37116-5A66-40B9-BCE8-2168D65B7612}" srcOrd="0" destOrd="0" presId="urn:microsoft.com/office/officeart/2018/2/layout/IconLabelList"/>
    <dgm:cxn modelId="{A9711578-1D4D-440E-A481-53A603E8AE10}" type="presParOf" srcId="{8D6FCC52-B5BC-4813-AA13-679B6219BFB7}" destId="{FAF44C1F-4960-44DF-92E5-CF5D92B0EAE5}" srcOrd="1" destOrd="0" presId="urn:microsoft.com/office/officeart/2018/2/layout/IconLabelList"/>
    <dgm:cxn modelId="{80F58F3A-E541-45B4-A576-E8331F22B23D}" type="presParOf" srcId="{8D6FCC52-B5BC-4813-AA13-679B6219BFB7}" destId="{F8D5D99E-22C1-48B7-8227-D8F47F299B8C}" srcOrd="2" destOrd="0" presId="urn:microsoft.com/office/officeart/2018/2/layout/IconLabelList"/>
    <dgm:cxn modelId="{C6A33079-E71C-4303-A95B-FDF9EA07E63B}" type="presParOf" srcId="{76ACB5C4-BBF9-4333-A2CA-B6E033AE65D4}" destId="{0A371E81-D8C4-4901-898D-4E75032F1443}" srcOrd="1" destOrd="0" presId="urn:microsoft.com/office/officeart/2018/2/layout/IconLabelList"/>
    <dgm:cxn modelId="{36B9A98A-66CB-43A3-9C56-F6D53B6D1C20}" type="presParOf" srcId="{76ACB5C4-BBF9-4333-A2CA-B6E033AE65D4}" destId="{73A9911D-EE1E-4462-AA97-E026C6CAA14D}" srcOrd="2" destOrd="0" presId="urn:microsoft.com/office/officeart/2018/2/layout/IconLabelList"/>
    <dgm:cxn modelId="{D2809796-C506-4D79-BA48-392AB36DB8F4}" type="presParOf" srcId="{73A9911D-EE1E-4462-AA97-E026C6CAA14D}" destId="{4404114F-26D9-4BB7-9726-0D64324A8AB4}" srcOrd="0" destOrd="0" presId="urn:microsoft.com/office/officeart/2018/2/layout/IconLabelList"/>
    <dgm:cxn modelId="{A0B1B675-3751-40AE-8D92-9C6210CB7939}" type="presParOf" srcId="{73A9911D-EE1E-4462-AA97-E026C6CAA14D}" destId="{7E424DE1-1FB7-455B-9D1B-4404A0F6BC37}" srcOrd="1" destOrd="0" presId="urn:microsoft.com/office/officeart/2018/2/layout/IconLabelList"/>
    <dgm:cxn modelId="{35D0C3A5-3F5C-4825-97D0-389ED9BA6ED1}" type="presParOf" srcId="{73A9911D-EE1E-4462-AA97-E026C6CAA14D}" destId="{DD49EB0C-EF13-4DA2-A32F-6EDAFC76D4C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33F99B-EEAE-4B3B-954B-B53781CB9081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31F2154-921B-41DB-A4BC-745843422E99}">
      <dgm:prSet/>
      <dgm:spPr/>
      <dgm:t>
        <a:bodyPr/>
        <a:lstStyle/>
        <a:p>
          <a:r>
            <a:rPr lang="en-US" b="1" i="0" baseline="0"/>
            <a:t>Age:</a:t>
          </a:r>
          <a:endParaRPr lang="en-US"/>
        </a:p>
      </dgm:t>
    </dgm:pt>
    <dgm:pt modelId="{F9FCF22F-BD0D-496A-852B-19C1791F824B}" type="parTrans" cxnId="{F32A19DF-B2D5-4F1E-84EE-A425A6370049}">
      <dgm:prSet/>
      <dgm:spPr/>
      <dgm:t>
        <a:bodyPr/>
        <a:lstStyle/>
        <a:p>
          <a:endParaRPr lang="en-US"/>
        </a:p>
      </dgm:t>
    </dgm:pt>
    <dgm:pt modelId="{CA8FBDD9-0A7C-4FA0-AC53-141D02306256}" type="sibTrans" cxnId="{F32A19DF-B2D5-4F1E-84EE-A425A6370049}">
      <dgm:prSet/>
      <dgm:spPr/>
      <dgm:t>
        <a:bodyPr/>
        <a:lstStyle/>
        <a:p>
          <a:endParaRPr lang="en-US"/>
        </a:p>
      </dgm:t>
    </dgm:pt>
    <dgm:pt modelId="{7A04CDE9-8A4E-4B07-92EE-72AB1F9E7405}">
      <dgm:prSet/>
      <dgm:spPr/>
      <dgm:t>
        <a:bodyPr/>
        <a:lstStyle/>
        <a:p>
          <a:r>
            <a:rPr lang="en-US" b="1" i="0" baseline="0"/>
            <a:t>Type:</a:t>
          </a:r>
          <a:r>
            <a:rPr lang="en-US" b="0" i="0" baseline="0"/>
            <a:t> Integer</a:t>
          </a:r>
          <a:endParaRPr lang="en-US"/>
        </a:p>
      </dgm:t>
    </dgm:pt>
    <dgm:pt modelId="{CA7A416D-8863-49AE-8F72-3C93157B35D3}" type="parTrans" cxnId="{F4FA34C4-129D-4943-9E2B-219736E4D420}">
      <dgm:prSet/>
      <dgm:spPr/>
      <dgm:t>
        <a:bodyPr/>
        <a:lstStyle/>
        <a:p>
          <a:endParaRPr lang="en-US"/>
        </a:p>
      </dgm:t>
    </dgm:pt>
    <dgm:pt modelId="{1F8AC44C-8F51-4617-BA82-FDB16FAA56FA}" type="sibTrans" cxnId="{F4FA34C4-129D-4943-9E2B-219736E4D420}">
      <dgm:prSet/>
      <dgm:spPr/>
      <dgm:t>
        <a:bodyPr/>
        <a:lstStyle/>
        <a:p>
          <a:endParaRPr lang="en-US"/>
        </a:p>
      </dgm:t>
    </dgm:pt>
    <dgm:pt modelId="{257198EC-7EA8-4586-87CC-BD39FA84AC92}">
      <dgm:prSet/>
      <dgm:spPr/>
      <dgm:t>
        <a:bodyPr/>
        <a:lstStyle/>
        <a:p>
          <a:r>
            <a:rPr lang="en-US" b="1" i="0" baseline="0"/>
            <a:t>Description:</a:t>
          </a:r>
          <a:r>
            <a:rPr lang="en-US" b="0" i="0" baseline="0"/>
            <a:t> Age of the respondent.</a:t>
          </a:r>
          <a:endParaRPr lang="en-US"/>
        </a:p>
      </dgm:t>
    </dgm:pt>
    <dgm:pt modelId="{98B64FD6-0092-4710-A497-55491F694EB0}" type="parTrans" cxnId="{606E1533-9601-4157-8B23-7D39DC8F6A42}">
      <dgm:prSet/>
      <dgm:spPr/>
      <dgm:t>
        <a:bodyPr/>
        <a:lstStyle/>
        <a:p>
          <a:endParaRPr lang="en-US"/>
        </a:p>
      </dgm:t>
    </dgm:pt>
    <dgm:pt modelId="{FE6ABC55-B9A7-4826-A783-A46F2BC4A545}" type="sibTrans" cxnId="{606E1533-9601-4157-8B23-7D39DC8F6A42}">
      <dgm:prSet/>
      <dgm:spPr/>
      <dgm:t>
        <a:bodyPr/>
        <a:lstStyle/>
        <a:p>
          <a:endParaRPr lang="en-US"/>
        </a:p>
      </dgm:t>
    </dgm:pt>
    <dgm:pt modelId="{059D0CDF-46EF-4EE4-AB40-7127D46B0633}">
      <dgm:prSet/>
      <dgm:spPr/>
      <dgm:t>
        <a:bodyPr/>
        <a:lstStyle/>
        <a:p>
          <a:r>
            <a:rPr lang="en-US" b="1" i="0" baseline="0"/>
            <a:t>Gender:</a:t>
          </a:r>
          <a:endParaRPr lang="en-US"/>
        </a:p>
      </dgm:t>
    </dgm:pt>
    <dgm:pt modelId="{F03BAE33-0DEC-4F69-9580-5360E4B1B935}" type="parTrans" cxnId="{FBD9B4D1-21E4-4AAA-AF6F-CBCBF9E3AE9B}">
      <dgm:prSet/>
      <dgm:spPr/>
      <dgm:t>
        <a:bodyPr/>
        <a:lstStyle/>
        <a:p>
          <a:endParaRPr lang="en-US"/>
        </a:p>
      </dgm:t>
    </dgm:pt>
    <dgm:pt modelId="{FFDFB217-2F42-43C8-AFCA-29C64D01D1DE}" type="sibTrans" cxnId="{FBD9B4D1-21E4-4AAA-AF6F-CBCBF9E3AE9B}">
      <dgm:prSet/>
      <dgm:spPr/>
      <dgm:t>
        <a:bodyPr/>
        <a:lstStyle/>
        <a:p>
          <a:endParaRPr lang="en-US"/>
        </a:p>
      </dgm:t>
    </dgm:pt>
    <dgm:pt modelId="{21110FB4-2991-4650-B7A1-6CB6C9D9FC36}">
      <dgm:prSet/>
      <dgm:spPr/>
      <dgm:t>
        <a:bodyPr/>
        <a:lstStyle/>
        <a:p>
          <a:r>
            <a:rPr lang="en-US" b="1" i="0" baseline="0"/>
            <a:t>Type:</a:t>
          </a:r>
          <a:r>
            <a:rPr lang="en-US" b="0" i="0" baseline="0"/>
            <a:t> String</a:t>
          </a:r>
          <a:endParaRPr lang="en-US"/>
        </a:p>
      </dgm:t>
    </dgm:pt>
    <dgm:pt modelId="{324EB7F8-94E5-4856-BE29-1EB957D838E1}" type="parTrans" cxnId="{FE2A545B-0790-4811-B025-D6F03D63955B}">
      <dgm:prSet/>
      <dgm:spPr/>
      <dgm:t>
        <a:bodyPr/>
        <a:lstStyle/>
        <a:p>
          <a:endParaRPr lang="en-US"/>
        </a:p>
      </dgm:t>
    </dgm:pt>
    <dgm:pt modelId="{4DAA2425-C9AB-486B-A13D-92B1E9A4C78D}" type="sibTrans" cxnId="{FE2A545B-0790-4811-B025-D6F03D63955B}">
      <dgm:prSet/>
      <dgm:spPr/>
      <dgm:t>
        <a:bodyPr/>
        <a:lstStyle/>
        <a:p>
          <a:endParaRPr lang="en-US"/>
        </a:p>
      </dgm:t>
    </dgm:pt>
    <dgm:pt modelId="{D537EA37-9BF3-4472-86AA-ECEE9D4172FD}">
      <dgm:prSet/>
      <dgm:spPr/>
      <dgm:t>
        <a:bodyPr/>
        <a:lstStyle/>
        <a:p>
          <a:r>
            <a:rPr lang="en-US" b="1" i="0" baseline="0"/>
            <a:t>Description:</a:t>
          </a:r>
          <a:r>
            <a:rPr lang="en-US" b="0" i="0" baseline="0"/>
            <a:t> Gender of the respondent (male/female).</a:t>
          </a:r>
          <a:endParaRPr lang="en-US"/>
        </a:p>
      </dgm:t>
    </dgm:pt>
    <dgm:pt modelId="{A2756FED-503B-4361-97D8-B127F9A549FF}" type="parTrans" cxnId="{422BEFAA-B5B9-4886-A5D7-0DC4A2F755D6}">
      <dgm:prSet/>
      <dgm:spPr/>
      <dgm:t>
        <a:bodyPr/>
        <a:lstStyle/>
        <a:p>
          <a:endParaRPr lang="en-US"/>
        </a:p>
      </dgm:t>
    </dgm:pt>
    <dgm:pt modelId="{90E96C94-B203-46A7-9654-16A7DFC7E69C}" type="sibTrans" cxnId="{422BEFAA-B5B9-4886-A5D7-0DC4A2F755D6}">
      <dgm:prSet/>
      <dgm:spPr/>
      <dgm:t>
        <a:bodyPr/>
        <a:lstStyle/>
        <a:p>
          <a:endParaRPr lang="en-US"/>
        </a:p>
      </dgm:t>
    </dgm:pt>
    <dgm:pt modelId="{C157775B-D9CF-4550-8FE0-6D3F3132B094}">
      <dgm:prSet/>
      <dgm:spPr/>
      <dgm:t>
        <a:bodyPr/>
        <a:lstStyle/>
        <a:p>
          <a:r>
            <a:rPr lang="en-US" b="1" i="0" baseline="0"/>
            <a:t>Weight (kg):</a:t>
          </a:r>
          <a:endParaRPr lang="en-US"/>
        </a:p>
      </dgm:t>
    </dgm:pt>
    <dgm:pt modelId="{2844FA1C-959D-4E59-851B-2AF5D62AB314}" type="parTrans" cxnId="{45F65098-BF1E-4DC0-96B7-7848A811F9A2}">
      <dgm:prSet/>
      <dgm:spPr/>
      <dgm:t>
        <a:bodyPr/>
        <a:lstStyle/>
        <a:p>
          <a:endParaRPr lang="en-US"/>
        </a:p>
      </dgm:t>
    </dgm:pt>
    <dgm:pt modelId="{4A6B6BFE-BAD9-4127-83F1-19FBDD2CB3E1}" type="sibTrans" cxnId="{45F65098-BF1E-4DC0-96B7-7848A811F9A2}">
      <dgm:prSet/>
      <dgm:spPr/>
      <dgm:t>
        <a:bodyPr/>
        <a:lstStyle/>
        <a:p>
          <a:endParaRPr lang="en-US"/>
        </a:p>
      </dgm:t>
    </dgm:pt>
    <dgm:pt modelId="{22FEADF4-4BC8-4E71-B8D1-E7C8EEF64F43}">
      <dgm:prSet/>
      <dgm:spPr/>
      <dgm:t>
        <a:bodyPr/>
        <a:lstStyle/>
        <a:p>
          <a:r>
            <a:rPr lang="en-US" b="1" i="0" baseline="0"/>
            <a:t>Type:</a:t>
          </a:r>
          <a:r>
            <a:rPr lang="en-US" b="0" i="0" baseline="0"/>
            <a:t> Floating point</a:t>
          </a:r>
          <a:endParaRPr lang="en-US"/>
        </a:p>
      </dgm:t>
    </dgm:pt>
    <dgm:pt modelId="{C648F50B-88FF-4EED-BDB8-65E75DC9374A}" type="parTrans" cxnId="{5A1DD6FE-C0FF-4FA3-9544-7C2994283A8C}">
      <dgm:prSet/>
      <dgm:spPr/>
      <dgm:t>
        <a:bodyPr/>
        <a:lstStyle/>
        <a:p>
          <a:endParaRPr lang="en-US"/>
        </a:p>
      </dgm:t>
    </dgm:pt>
    <dgm:pt modelId="{3767D7A1-59CD-41BF-BC87-7B2A40973B27}" type="sibTrans" cxnId="{5A1DD6FE-C0FF-4FA3-9544-7C2994283A8C}">
      <dgm:prSet/>
      <dgm:spPr/>
      <dgm:t>
        <a:bodyPr/>
        <a:lstStyle/>
        <a:p>
          <a:endParaRPr lang="en-US"/>
        </a:p>
      </dgm:t>
    </dgm:pt>
    <dgm:pt modelId="{1AEF0C59-F6C2-4548-B9CB-92C63847CD49}">
      <dgm:prSet/>
      <dgm:spPr/>
      <dgm:t>
        <a:bodyPr/>
        <a:lstStyle/>
        <a:p>
          <a:r>
            <a:rPr lang="en-US" b="1" i="0" baseline="0"/>
            <a:t>Description:</a:t>
          </a:r>
          <a:r>
            <a:rPr lang="en-US" b="0" i="0" baseline="0"/>
            <a:t> Weight of the respondent in kilograms.</a:t>
          </a:r>
          <a:endParaRPr lang="en-US"/>
        </a:p>
      </dgm:t>
    </dgm:pt>
    <dgm:pt modelId="{43545C24-3656-40E0-A277-C35F608B0D91}" type="parTrans" cxnId="{16214CDA-6A67-494F-B98E-50497B12DB7F}">
      <dgm:prSet/>
      <dgm:spPr/>
      <dgm:t>
        <a:bodyPr/>
        <a:lstStyle/>
        <a:p>
          <a:endParaRPr lang="en-US"/>
        </a:p>
      </dgm:t>
    </dgm:pt>
    <dgm:pt modelId="{2D083F25-7C17-44FC-B7CC-72C5899F3EC3}" type="sibTrans" cxnId="{16214CDA-6A67-494F-B98E-50497B12DB7F}">
      <dgm:prSet/>
      <dgm:spPr/>
      <dgm:t>
        <a:bodyPr/>
        <a:lstStyle/>
        <a:p>
          <a:endParaRPr lang="en-US"/>
        </a:p>
      </dgm:t>
    </dgm:pt>
    <dgm:pt modelId="{06356C2B-8D8A-4EF3-B8AE-BFD6BDE9C680}">
      <dgm:prSet/>
      <dgm:spPr/>
      <dgm:t>
        <a:bodyPr/>
        <a:lstStyle/>
        <a:p>
          <a:r>
            <a:rPr lang="en-US" b="1" i="0" baseline="0"/>
            <a:t>Session_Duration (hours):</a:t>
          </a:r>
          <a:endParaRPr lang="en-US"/>
        </a:p>
      </dgm:t>
    </dgm:pt>
    <dgm:pt modelId="{EC787B19-F0FD-42D9-A2E2-70C84CC13592}" type="parTrans" cxnId="{ABCDD3BD-B69E-4644-AFB6-BECC27508A0A}">
      <dgm:prSet/>
      <dgm:spPr/>
      <dgm:t>
        <a:bodyPr/>
        <a:lstStyle/>
        <a:p>
          <a:endParaRPr lang="en-US"/>
        </a:p>
      </dgm:t>
    </dgm:pt>
    <dgm:pt modelId="{BF32590E-CE53-41AD-947E-BA15ADC21F2C}" type="sibTrans" cxnId="{ABCDD3BD-B69E-4644-AFB6-BECC27508A0A}">
      <dgm:prSet/>
      <dgm:spPr/>
      <dgm:t>
        <a:bodyPr/>
        <a:lstStyle/>
        <a:p>
          <a:endParaRPr lang="en-US"/>
        </a:p>
      </dgm:t>
    </dgm:pt>
    <dgm:pt modelId="{CE1C454F-F873-41A9-AF25-4F0550C13192}">
      <dgm:prSet/>
      <dgm:spPr/>
      <dgm:t>
        <a:bodyPr/>
        <a:lstStyle/>
        <a:p>
          <a:r>
            <a:rPr lang="en-US" b="1" i="0" baseline="0"/>
            <a:t>Type:</a:t>
          </a:r>
          <a:r>
            <a:rPr lang="en-US" b="0" i="0" baseline="0"/>
            <a:t> Floating point</a:t>
          </a:r>
          <a:endParaRPr lang="en-US"/>
        </a:p>
      </dgm:t>
    </dgm:pt>
    <dgm:pt modelId="{9F0D11F3-F633-416F-A5EE-278A74005C4A}" type="parTrans" cxnId="{76113343-3AE5-462D-819F-16BC43236B78}">
      <dgm:prSet/>
      <dgm:spPr/>
      <dgm:t>
        <a:bodyPr/>
        <a:lstStyle/>
        <a:p>
          <a:endParaRPr lang="en-US"/>
        </a:p>
      </dgm:t>
    </dgm:pt>
    <dgm:pt modelId="{2C86F5CB-2886-43BC-A783-684E6F5EF1DE}" type="sibTrans" cxnId="{76113343-3AE5-462D-819F-16BC43236B78}">
      <dgm:prSet/>
      <dgm:spPr/>
      <dgm:t>
        <a:bodyPr/>
        <a:lstStyle/>
        <a:p>
          <a:endParaRPr lang="en-US"/>
        </a:p>
      </dgm:t>
    </dgm:pt>
    <dgm:pt modelId="{32D4B161-0257-484F-B111-57ECE9251240}">
      <dgm:prSet/>
      <dgm:spPr/>
      <dgm:t>
        <a:bodyPr/>
        <a:lstStyle/>
        <a:p>
          <a:r>
            <a:rPr lang="en-US" b="1" i="0" baseline="0"/>
            <a:t>Description:</a:t>
          </a:r>
          <a:r>
            <a:rPr lang="en-US" b="0" i="0" baseline="0"/>
            <a:t> Duration of the workout session in hours.</a:t>
          </a:r>
          <a:endParaRPr lang="en-US"/>
        </a:p>
      </dgm:t>
    </dgm:pt>
    <dgm:pt modelId="{501E5C8E-84AE-4814-94E3-BC83CF1C4EA3}" type="parTrans" cxnId="{7C1F9072-E1A7-4731-BB50-5BC277B5B08E}">
      <dgm:prSet/>
      <dgm:spPr/>
      <dgm:t>
        <a:bodyPr/>
        <a:lstStyle/>
        <a:p>
          <a:endParaRPr lang="en-US"/>
        </a:p>
      </dgm:t>
    </dgm:pt>
    <dgm:pt modelId="{017F1CC8-5A0F-4B53-AF50-E0AA126E9A06}" type="sibTrans" cxnId="{7C1F9072-E1A7-4731-BB50-5BC277B5B08E}">
      <dgm:prSet/>
      <dgm:spPr/>
      <dgm:t>
        <a:bodyPr/>
        <a:lstStyle/>
        <a:p>
          <a:endParaRPr lang="en-US"/>
        </a:p>
      </dgm:t>
    </dgm:pt>
    <dgm:pt modelId="{102768E5-3C25-40B2-AF92-36C4B548034A}">
      <dgm:prSet/>
      <dgm:spPr/>
      <dgm:t>
        <a:bodyPr/>
        <a:lstStyle/>
        <a:p>
          <a:r>
            <a:rPr lang="en-US" b="1" i="0" baseline="0"/>
            <a:t>Calories_Burned:</a:t>
          </a:r>
          <a:endParaRPr lang="en-US"/>
        </a:p>
      </dgm:t>
    </dgm:pt>
    <dgm:pt modelId="{58BB52C3-52A3-4150-8EBC-7C437E2637A3}" type="parTrans" cxnId="{D6D9C09A-266F-4F1F-8FEA-9997D963692E}">
      <dgm:prSet/>
      <dgm:spPr/>
      <dgm:t>
        <a:bodyPr/>
        <a:lstStyle/>
        <a:p>
          <a:endParaRPr lang="en-US"/>
        </a:p>
      </dgm:t>
    </dgm:pt>
    <dgm:pt modelId="{B1594486-7770-4FA3-99A8-93BDA91386A8}" type="sibTrans" cxnId="{D6D9C09A-266F-4F1F-8FEA-9997D963692E}">
      <dgm:prSet/>
      <dgm:spPr/>
      <dgm:t>
        <a:bodyPr/>
        <a:lstStyle/>
        <a:p>
          <a:endParaRPr lang="en-US"/>
        </a:p>
      </dgm:t>
    </dgm:pt>
    <dgm:pt modelId="{C731DB42-37D3-4F63-B6A4-1BE17B19E676}">
      <dgm:prSet/>
      <dgm:spPr/>
      <dgm:t>
        <a:bodyPr/>
        <a:lstStyle/>
        <a:p>
          <a:r>
            <a:rPr lang="en-US" b="1" i="0" baseline="0"/>
            <a:t>Type:</a:t>
          </a:r>
          <a:r>
            <a:rPr lang="en-US" b="0" i="0" baseline="0"/>
            <a:t> Floating point</a:t>
          </a:r>
          <a:endParaRPr lang="en-US"/>
        </a:p>
      </dgm:t>
    </dgm:pt>
    <dgm:pt modelId="{28C9C0DB-E162-4910-97CC-75728C9619F2}" type="parTrans" cxnId="{B93A77AA-51E6-4FCC-8194-6719823D222D}">
      <dgm:prSet/>
      <dgm:spPr/>
      <dgm:t>
        <a:bodyPr/>
        <a:lstStyle/>
        <a:p>
          <a:endParaRPr lang="en-US"/>
        </a:p>
      </dgm:t>
    </dgm:pt>
    <dgm:pt modelId="{30AED80D-B8D0-40E5-9179-EB9BD42273F6}" type="sibTrans" cxnId="{B93A77AA-51E6-4FCC-8194-6719823D222D}">
      <dgm:prSet/>
      <dgm:spPr/>
      <dgm:t>
        <a:bodyPr/>
        <a:lstStyle/>
        <a:p>
          <a:endParaRPr lang="en-US"/>
        </a:p>
      </dgm:t>
    </dgm:pt>
    <dgm:pt modelId="{F9423818-E7E1-417B-B715-92EBF25C08C5}">
      <dgm:prSet/>
      <dgm:spPr/>
      <dgm:t>
        <a:bodyPr/>
        <a:lstStyle/>
        <a:p>
          <a:r>
            <a:rPr lang="en-US" b="1" i="0" baseline="0"/>
            <a:t>Description:</a:t>
          </a:r>
          <a:r>
            <a:rPr lang="en-US" b="0" i="0" baseline="0"/>
            <a:t> Total calories burned during the workout session.</a:t>
          </a:r>
          <a:endParaRPr lang="en-US"/>
        </a:p>
      </dgm:t>
    </dgm:pt>
    <dgm:pt modelId="{020280D1-BB02-4BD2-A260-8B007A5D13F2}" type="parTrans" cxnId="{B7A65FD5-C241-4586-BBFC-62F04B9FE946}">
      <dgm:prSet/>
      <dgm:spPr/>
      <dgm:t>
        <a:bodyPr/>
        <a:lstStyle/>
        <a:p>
          <a:endParaRPr lang="en-US"/>
        </a:p>
      </dgm:t>
    </dgm:pt>
    <dgm:pt modelId="{FF17EAF9-C1A9-49AD-971E-FCFB3B8EE62A}" type="sibTrans" cxnId="{B7A65FD5-C241-4586-BBFC-62F04B9FE946}">
      <dgm:prSet/>
      <dgm:spPr/>
      <dgm:t>
        <a:bodyPr/>
        <a:lstStyle/>
        <a:p>
          <a:endParaRPr lang="en-US"/>
        </a:p>
      </dgm:t>
    </dgm:pt>
    <dgm:pt modelId="{377005DB-DAF1-41AC-9249-962862DC46F6}">
      <dgm:prSet/>
      <dgm:spPr/>
      <dgm:t>
        <a:bodyPr/>
        <a:lstStyle/>
        <a:p>
          <a:r>
            <a:rPr lang="en-US" b="1" i="0" baseline="0"/>
            <a:t>Workout_Type:</a:t>
          </a:r>
          <a:endParaRPr lang="en-US"/>
        </a:p>
      </dgm:t>
    </dgm:pt>
    <dgm:pt modelId="{D8A04FDB-48C4-4195-9BF6-2D72C89FE72B}" type="parTrans" cxnId="{A521789F-9A14-4C4C-B663-4B2634D12219}">
      <dgm:prSet/>
      <dgm:spPr/>
      <dgm:t>
        <a:bodyPr/>
        <a:lstStyle/>
        <a:p>
          <a:endParaRPr lang="en-US"/>
        </a:p>
      </dgm:t>
    </dgm:pt>
    <dgm:pt modelId="{B627B111-66CA-4A65-BE38-D104856AE2B9}" type="sibTrans" cxnId="{A521789F-9A14-4C4C-B663-4B2634D12219}">
      <dgm:prSet/>
      <dgm:spPr/>
      <dgm:t>
        <a:bodyPr/>
        <a:lstStyle/>
        <a:p>
          <a:endParaRPr lang="en-US"/>
        </a:p>
      </dgm:t>
    </dgm:pt>
    <dgm:pt modelId="{881FA3FF-46F9-4434-AFC6-31D8EF195D1A}">
      <dgm:prSet/>
      <dgm:spPr/>
      <dgm:t>
        <a:bodyPr/>
        <a:lstStyle/>
        <a:p>
          <a:r>
            <a:rPr lang="en-US" b="1" i="0" baseline="0"/>
            <a:t>Type:</a:t>
          </a:r>
          <a:r>
            <a:rPr lang="en-US" b="0" i="0" baseline="0"/>
            <a:t> String</a:t>
          </a:r>
          <a:endParaRPr lang="en-US"/>
        </a:p>
      </dgm:t>
    </dgm:pt>
    <dgm:pt modelId="{1B1669B9-BDDC-48C0-B321-125B98A38BFD}" type="parTrans" cxnId="{6F4E9482-F828-48F0-B672-07AA238BCACE}">
      <dgm:prSet/>
      <dgm:spPr/>
      <dgm:t>
        <a:bodyPr/>
        <a:lstStyle/>
        <a:p>
          <a:endParaRPr lang="en-US"/>
        </a:p>
      </dgm:t>
    </dgm:pt>
    <dgm:pt modelId="{FA92D124-0ECD-44AA-A7F2-78FE10DCF52E}" type="sibTrans" cxnId="{6F4E9482-F828-48F0-B672-07AA238BCACE}">
      <dgm:prSet/>
      <dgm:spPr/>
      <dgm:t>
        <a:bodyPr/>
        <a:lstStyle/>
        <a:p>
          <a:endParaRPr lang="en-US"/>
        </a:p>
      </dgm:t>
    </dgm:pt>
    <dgm:pt modelId="{6CB559B2-1D6E-4814-9DE7-EB2DD09A3301}">
      <dgm:prSet/>
      <dgm:spPr/>
      <dgm:t>
        <a:bodyPr/>
        <a:lstStyle/>
        <a:p>
          <a:r>
            <a:rPr lang="en-US" b="1" i="0" baseline="0"/>
            <a:t>Description:</a:t>
          </a:r>
          <a:r>
            <a:rPr lang="en-US" b="0" i="0" baseline="0"/>
            <a:t> Type of workout performed (Yoga, HIIT, Cardio, Strength).</a:t>
          </a:r>
          <a:endParaRPr lang="en-US"/>
        </a:p>
      </dgm:t>
    </dgm:pt>
    <dgm:pt modelId="{2B09B9B2-45F8-4F8F-8D33-63189D8BC3E8}" type="parTrans" cxnId="{D62A3D13-E6C8-4D7C-8013-37ED552843B4}">
      <dgm:prSet/>
      <dgm:spPr/>
      <dgm:t>
        <a:bodyPr/>
        <a:lstStyle/>
        <a:p>
          <a:endParaRPr lang="en-US"/>
        </a:p>
      </dgm:t>
    </dgm:pt>
    <dgm:pt modelId="{594ECB10-5C8F-428A-AFDF-921414F6FEE5}" type="sibTrans" cxnId="{D62A3D13-E6C8-4D7C-8013-37ED552843B4}">
      <dgm:prSet/>
      <dgm:spPr/>
      <dgm:t>
        <a:bodyPr/>
        <a:lstStyle/>
        <a:p>
          <a:endParaRPr lang="en-US"/>
        </a:p>
      </dgm:t>
    </dgm:pt>
    <dgm:pt modelId="{CFE59089-0BC2-4A2A-B605-DA1DBB01ED11}">
      <dgm:prSet/>
      <dgm:spPr/>
      <dgm:t>
        <a:bodyPr/>
        <a:lstStyle/>
        <a:p>
          <a:r>
            <a:rPr lang="en-US" b="1" i="0" baseline="0"/>
            <a:t>Max_BPM:</a:t>
          </a:r>
          <a:endParaRPr lang="en-US"/>
        </a:p>
      </dgm:t>
    </dgm:pt>
    <dgm:pt modelId="{8B61DCB5-BB74-41F9-896A-287C278F577A}" type="parTrans" cxnId="{0DFA9871-8720-4E90-A6BB-D6C75FED193E}">
      <dgm:prSet/>
      <dgm:spPr/>
      <dgm:t>
        <a:bodyPr/>
        <a:lstStyle/>
        <a:p>
          <a:endParaRPr lang="en-US"/>
        </a:p>
      </dgm:t>
    </dgm:pt>
    <dgm:pt modelId="{2CAC249E-448B-46A0-B075-591BD928165B}" type="sibTrans" cxnId="{0DFA9871-8720-4E90-A6BB-D6C75FED193E}">
      <dgm:prSet/>
      <dgm:spPr/>
      <dgm:t>
        <a:bodyPr/>
        <a:lstStyle/>
        <a:p>
          <a:endParaRPr lang="en-US"/>
        </a:p>
      </dgm:t>
    </dgm:pt>
    <dgm:pt modelId="{8B72105B-1E7A-452C-906E-BFE49CECDA77}">
      <dgm:prSet/>
      <dgm:spPr/>
      <dgm:t>
        <a:bodyPr/>
        <a:lstStyle/>
        <a:p>
          <a:r>
            <a:rPr lang="en-US" b="1" i="0" baseline="0"/>
            <a:t>Type:</a:t>
          </a:r>
          <a:r>
            <a:rPr lang="en-US" b="0" i="0" baseline="0"/>
            <a:t> Integer</a:t>
          </a:r>
          <a:endParaRPr lang="en-US"/>
        </a:p>
      </dgm:t>
    </dgm:pt>
    <dgm:pt modelId="{C9DB8F93-9D26-403B-815A-A02E9CB34276}" type="parTrans" cxnId="{004D0663-5D76-413E-B709-1CDCC1CA98D5}">
      <dgm:prSet/>
      <dgm:spPr/>
      <dgm:t>
        <a:bodyPr/>
        <a:lstStyle/>
        <a:p>
          <a:endParaRPr lang="en-US"/>
        </a:p>
      </dgm:t>
    </dgm:pt>
    <dgm:pt modelId="{D9D3F695-4E97-4E46-942D-29A292672761}" type="sibTrans" cxnId="{004D0663-5D76-413E-B709-1CDCC1CA98D5}">
      <dgm:prSet/>
      <dgm:spPr/>
      <dgm:t>
        <a:bodyPr/>
        <a:lstStyle/>
        <a:p>
          <a:endParaRPr lang="en-US"/>
        </a:p>
      </dgm:t>
    </dgm:pt>
    <dgm:pt modelId="{538AA81C-3339-4A73-B5FD-9AB455D985C8}">
      <dgm:prSet/>
      <dgm:spPr/>
      <dgm:t>
        <a:bodyPr/>
        <a:lstStyle/>
        <a:p>
          <a:r>
            <a:rPr lang="en-US" b="1" i="0" baseline="0"/>
            <a:t>Description:</a:t>
          </a:r>
          <a:r>
            <a:rPr lang="en-US" b="0" i="0" baseline="0"/>
            <a:t> Maximum beats per minute during the workout session.</a:t>
          </a:r>
          <a:endParaRPr lang="en-US"/>
        </a:p>
      </dgm:t>
    </dgm:pt>
    <dgm:pt modelId="{8D8C921A-1490-46A8-967D-2A5E76FB6078}" type="parTrans" cxnId="{F91744F4-A7AF-4A23-A7A5-35729065AD8A}">
      <dgm:prSet/>
      <dgm:spPr/>
      <dgm:t>
        <a:bodyPr/>
        <a:lstStyle/>
        <a:p>
          <a:endParaRPr lang="en-US"/>
        </a:p>
      </dgm:t>
    </dgm:pt>
    <dgm:pt modelId="{87D38983-6377-4FF9-BAFB-15496A45B14E}" type="sibTrans" cxnId="{F91744F4-A7AF-4A23-A7A5-35729065AD8A}">
      <dgm:prSet/>
      <dgm:spPr/>
      <dgm:t>
        <a:bodyPr/>
        <a:lstStyle/>
        <a:p>
          <a:endParaRPr lang="en-US"/>
        </a:p>
      </dgm:t>
    </dgm:pt>
    <dgm:pt modelId="{D55A0C3E-4745-42A9-93AC-34311021EB12}" type="pres">
      <dgm:prSet presAssocID="{FD33F99B-EEAE-4B3B-954B-B53781CB9081}" presName="Name0" presStyleCnt="0">
        <dgm:presLayoutVars>
          <dgm:dir/>
          <dgm:animLvl val="lvl"/>
          <dgm:resizeHandles val="exact"/>
        </dgm:presLayoutVars>
      </dgm:prSet>
      <dgm:spPr/>
    </dgm:pt>
    <dgm:pt modelId="{6467D76C-EDA6-48F9-B5F6-2E7B518EF136}" type="pres">
      <dgm:prSet presAssocID="{D31F2154-921B-41DB-A4BC-745843422E99}" presName="linNode" presStyleCnt="0"/>
      <dgm:spPr/>
    </dgm:pt>
    <dgm:pt modelId="{22CE705F-7100-4747-B346-80E790B6487C}" type="pres">
      <dgm:prSet presAssocID="{D31F2154-921B-41DB-A4BC-745843422E99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E14C1179-E3AC-4058-859F-9A3D1B8567E3}" type="pres">
      <dgm:prSet presAssocID="{D31F2154-921B-41DB-A4BC-745843422E99}" presName="descendantText" presStyleLbl="alignAccFollowNode1" presStyleIdx="0" presStyleCnt="7">
        <dgm:presLayoutVars>
          <dgm:bulletEnabled val="1"/>
        </dgm:presLayoutVars>
      </dgm:prSet>
      <dgm:spPr/>
    </dgm:pt>
    <dgm:pt modelId="{1A29441A-DEAB-4AE5-8752-9712B874D655}" type="pres">
      <dgm:prSet presAssocID="{CA8FBDD9-0A7C-4FA0-AC53-141D02306256}" presName="sp" presStyleCnt="0"/>
      <dgm:spPr/>
    </dgm:pt>
    <dgm:pt modelId="{F4F5B454-F744-4160-AE35-0C834B784ABE}" type="pres">
      <dgm:prSet presAssocID="{059D0CDF-46EF-4EE4-AB40-7127D46B0633}" presName="linNode" presStyleCnt="0"/>
      <dgm:spPr/>
    </dgm:pt>
    <dgm:pt modelId="{1AF11BD2-1E3D-482F-9777-C73033C056B0}" type="pres">
      <dgm:prSet presAssocID="{059D0CDF-46EF-4EE4-AB40-7127D46B0633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05494D33-AA35-4623-BEB2-CB2FD1187949}" type="pres">
      <dgm:prSet presAssocID="{059D0CDF-46EF-4EE4-AB40-7127D46B0633}" presName="descendantText" presStyleLbl="alignAccFollowNode1" presStyleIdx="1" presStyleCnt="7">
        <dgm:presLayoutVars>
          <dgm:bulletEnabled val="1"/>
        </dgm:presLayoutVars>
      </dgm:prSet>
      <dgm:spPr/>
    </dgm:pt>
    <dgm:pt modelId="{4118FF1F-2E43-4A6F-8D29-DA29D92C1B9E}" type="pres">
      <dgm:prSet presAssocID="{FFDFB217-2F42-43C8-AFCA-29C64D01D1DE}" presName="sp" presStyleCnt="0"/>
      <dgm:spPr/>
    </dgm:pt>
    <dgm:pt modelId="{367CCA5F-F9FA-4766-BA05-24BD572ACFEE}" type="pres">
      <dgm:prSet presAssocID="{C157775B-D9CF-4550-8FE0-6D3F3132B094}" presName="linNode" presStyleCnt="0"/>
      <dgm:spPr/>
    </dgm:pt>
    <dgm:pt modelId="{BD140BA3-CD5B-4043-921D-3F8C4C941BD4}" type="pres">
      <dgm:prSet presAssocID="{C157775B-D9CF-4550-8FE0-6D3F3132B094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5C04A6EF-48F3-4CCF-9B99-41193FE40F96}" type="pres">
      <dgm:prSet presAssocID="{C157775B-D9CF-4550-8FE0-6D3F3132B094}" presName="descendantText" presStyleLbl="alignAccFollowNode1" presStyleIdx="2" presStyleCnt="7">
        <dgm:presLayoutVars>
          <dgm:bulletEnabled val="1"/>
        </dgm:presLayoutVars>
      </dgm:prSet>
      <dgm:spPr/>
    </dgm:pt>
    <dgm:pt modelId="{BB49689D-2EED-4ACE-B16B-E4A224F90B78}" type="pres">
      <dgm:prSet presAssocID="{4A6B6BFE-BAD9-4127-83F1-19FBDD2CB3E1}" presName="sp" presStyleCnt="0"/>
      <dgm:spPr/>
    </dgm:pt>
    <dgm:pt modelId="{D47247CF-187D-4B06-BA00-F3485DD7F5F1}" type="pres">
      <dgm:prSet presAssocID="{06356C2B-8D8A-4EF3-B8AE-BFD6BDE9C680}" presName="linNode" presStyleCnt="0"/>
      <dgm:spPr/>
    </dgm:pt>
    <dgm:pt modelId="{3119AB30-B883-4CF7-971B-30BB65FD27DD}" type="pres">
      <dgm:prSet presAssocID="{06356C2B-8D8A-4EF3-B8AE-BFD6BDE9C680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FC7FC01E-B4BA-416A-985F-9CA3F40056DB}" type="pres">
      <dgm:prSet presAssocID="{06356C2B-8D8A-4EF3-B8AE-BFD6BDE9C680}" presName="descendantText" presStyleLbl="alignAccFollowNode1" presStyleIdx="3" presStyleCnt="7">
        <dgm:presLayoutVars>
          <dgm:bulletEnabled val="1"/>
        </dgm:presLayoutVars>
      </dgm:prSet>
      <dgm:spPr/>
    </dgm:pt>
    <dgm:pt modelId="{053203D9-0160-45FB-9986-10BF53CD9BB9}" type="pres">
      <dgm:prSet presAssocID="{BF32590E-CE53-41AD-947E-BA15ADC21F2C}" presName="sp" presStyleCnt="0"/>
      <dgm:spPr/>
    </dgm:pt>
    <dgm:pt modelId="{9FFFF1E4-0307-42B0-BA0D-D7366BD7C051}" type="pres">
      <dgm:prSet presAssocID="{102768E5-3C25-40B2-AF92-36C4B548034A}" presName="linNode" presStyleCnt="0"/>
      <dgm:spPr/>
    </dgm:pt>
    <dgm:pt modelId="{C85F5425-767E-4335-AAFC-1AE3C61857B2}" type="pres">
      <dgm:prSet presAssocID="{102768E5-3C25-40B2-AF92-36C4B548034A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E19C5E50-4329-4AD7-AFE7-D5C6FCC4ED07}" type="pres">
      <dgm:prSet presAssocID="{102768E5-3C25-40B2-AF92-36C4B548034A}" presName="descendantText" presStyleLbl="alignAccFollowNode1" presStyleIdx="4" presStyleCnt="7">
        <dgm:presLayoutVars>
          <dgm:bulletEnabled val="1"/>
        </dgm:presLayoutVars>
      </dgm:prSet>
      <dgm:spPr/>
    </dgm:pt>
    <dgm:pt modelId="{91893FDA-6CAC-4A58-9EB0-278F273F8633}" type="pres">
      <dgm:prSet presAssocID="{B1594486-7770-4FA3-99A8-93BDA91386A8}" presName="sp" presStyleCnt="0"/>
      <dgm:spPr/>
    </dgm:pt>
    <dgm:pt modelId="{FBB157B3-5B06-4F6D-AA9A-9FAE13E605F3}" type="pres">
      <dgm:prSet presAssocID="{377005DB-DAF1-41AC-9249-962862DC46F6}" presName="linNode" presStyleCnt="0"/>
      <dgm:spPr/>
    </dgm:pt>
    <dgm:pt modelId="{B3520C0E-72DD-41E4-BAEB-00AE1C578E4D}" type="pres">
      <dgm:prSet presAssocID="{377005DB-DAF1-41AC-9249-962862DC46F6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345A1746-34C8-4812-9649-982C18F6CD3A}" type="pres">
      <dgm:prSet presAssocID="{377005DB-DAF1-41AC-9249-962862DC46F6}" presName="descendantText" presStyleLbl="alignAccFollowNode1" presStyleIdx="5" presStyleCnt="7">
        <dgm:presLayoutVars>
          <dgm:bulletEnabled val="1"/>
        </dgm:presLayoutVars>
      </dgm:prSet>
      <dgm:spPr/>
    </dgm:pt>
    <dgm:pt modelId="{EAC98A86-DF11-4B28-B886-9E0415BF7B3F}" type="pres">
      <dgm:prSet presAssocID="{B627B111-66CA-4A65-BE38-D104856AE2B9}" presName="sp" presStyleCnt="0"/>
      <dgm:spPr/>
    </dgm:pt>
    <dgm:pt modelId="{9D4C1A56-E104-4660-8AEE-07DB3A381EB9}" type="pres">
      <dgm:prSet presAssocID="{CFE59089-0BC2-4A2A-B605-DA1DBB01ED11}" presName="linNode" presStyleCnt="0"/>
      <dgm:spPr/>
    </dgm:pt>
    <dgm:pt modelId="{1EDDFC6F-9250-40D6-8F00-7E0C2386B69D}" type="pres">
      <dgm:prSet presAssocID="{CFE59089-0BC2-4A2A-B605-DA1DBB01ED11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FD30AD03-5385-4368-B8E5-216CC2FA86F8}" type="pres">
      <dgm:prSet presAssocID="{CFE59089-0BC2-4A2A-B605-DA1DBB01ED11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1FB03306-85D8-43A5-8255-5625908BFEFF}" type="presOf" srcId="{7A04CDE9-8A4E-4B07-92EE-72AB1F9E7405}" destId="{E14C1179-E3AC-4058-859F-9A3D1B8567E3}" srcOrd="0" destOrd="0" presId="urn:microsoft.com/office/officeart/2005/8/layout/vList5"/>
    <dgm:cxn modelId="{BCF14309-97A3-4880-BFFB-48DFA8113288}" type="presOf" srcId="{F9423818-E7E1-417B-B715-92EBF25C08C5}" destId="{E19C5E50-4329-4AD7-AFE7-D5C6FCC4ED07}" srcOrd="0" destOrd="1" presId="urn:microsoft.com/office/officeart/2005/8/layout/vList5"/>
    <dgm:cxn modelId="{2BEC170E-7FEF-4394-B40D-14436B5035FF}" type="presOf" srcId="{1AEF0C59-F6C2-4548-B9CB-92C63847CD49}" destId="{5C04A6EF-48F3-4CCF-9B99-41193FE40F96}" srcOrd="0" destOrd="1" presId="urn:microsoft.com/office/officeart/2005/8/layout/vList5"/>
    <dgm:cxn modelId="{EAA0490E-3D23-44D6-A662-02F846236107}" type="presOf" srcId="{D537EA37-9BF3-4472-86AA-ECEE9D4172FD}" destId="{05494D33-AA35-4623-BEB2-CB2FD1187949}" srcOrd="0" destOrd="1" presId="urn:microsoft.com/office/officeart/2005/8/layout/vList5"/>
    <dgm:cxn modelId="{D62A3D13-E6C8-4D7C-8013-37ED552843B4}" srcId="{377005DB-DAF1-41AC-9249-962862DC46F6}" destId="{6CB559B2-1D6E-4814-9DE7-EB2DD09A3301}" srcOrd="1" destOrd="0" parTransId="{2B09B9B2-45F8-4F8F-8D33-63189D8BC3E8}" sibTransId="{594ECB10-5C8F-428A-AFDF-921414F6FEE5}"/>
    <dgm:cxn modelId="{60F9292F-F35D-4034-A38B-57E2480EE5C0}" type="presOf" srcId="{377005DB-DAF1-41AC-9249-962862DC46F6}" destId="{B3520C0E-72DD-41E4-BAEB-00AE1C578E4D}" srcOrd="0" destOrd="0" presId="urn:microsoft.com/office/officeart/2005/8/layout/vList5"/>
    <dgm:cxn modelId="{606E1533-9601-4157-8B23-7D39DC8F6A42}" srcId="{D31F2154-921B-41DB-A4BC-745843422E99}" destId="{257198EC-7EA8-4586-87CC-BD39FA84AC92}" srcOrd="1" destOrd="0" parTransId="{98B64FD6-0092-4710-A497-55491F694EB0}" sibTransId="{FE6ABC55-B9A7-4826-A783-A46F2BC4A545}"/>
    <dgm:cxn modelId="{76DEC239-160C-4139-A677-1B934024D668}" type="presOf" srcId="{06356C2B-8D8A-4EF3-B8AE-BFD6BDE9C680}" destId="{3119AB30-B883-4CF7-971B-30BB65FD27DD}" srcOrd="0" destOrd="0" presId="urn:microsoft.com/office/officeart/2005/8/layout/vList5"/>
    <dgm:cxn modelId="{0FF73740-A254-42BE-A759-8156738821A0}" type="presOf" srcId="{FD33F99B-EEAE-4B3B-954B-B53781CB9081}" destId="{D55A0C3E-4745-42A9-93AC-34311021EB12}" srcOrd="0" destOrd="0" presId="urn:microsoft.com/office/officeart/2005/8/layout/vList5"/>
    <dgm:cxn modelId="{FE2A545B-0790-4811-B025-D6F03D63955B}" srcId="{059D0CDF-46EF-4EE4-AB40-7127D46B0633}" destId="{21110FB4-2991-4650-B7A1-6CB6C9D9FC36}" srcOrd="0" destOrd="0" parTransId="{324EB7F8-94E5-4856-BE29-1EB957D838E1}" sibTransId="{4DAA2425-C9AB-486B-A13D-92B1E9A4C78D}"/>
    <dgm:cxn modelId="{004D0663-5D76-413E-B709-1CDCC1CA98D5}" srcId="{CFE59089-0BC2-4A2A-B605-DA1DBB01ED11}" destId="{8B72105B-1E7A-452C-906E-BFE49CECDA77}" srcOrd="0" destOrd="0" parTransId="{C9DB8F93-9D26-403B-815A-A02E9CB34276}" sibTransId="{D9D3F695-4E97-4E46-942D-29A292672761}"/>
    <dgm:cxn modelId="{76113343-3AE5-462D-819F-16BC43236B78}" srcId="{06356C2B-8D8A-4EF3-B8AE-BFD6BDE9C680}" destId="{CE1C454F-F873-41A9-AF25-4F0550C13192}" srcOrd="0" destOrd="0" parTransId="{9F0D11F3-F633-416F-A5EE-278A74005C4A}" sibTransId="{2C86F5CB-2886-43BC-A783-684E6F5EF1DE}"/>
    <dgm:cxn modelId="{DC50F64A-D797-4680-824E-6963BF9E6FBC}" type="presOf" srcId="{538AA81C-3339-4A73-B5FD-9AB455D985C8}" destId="{FD30AD03-5385-4368-B8E5-216CC2FA86F8}" srcOrd="0" destOrd="1" presId="urn:microsoft.com/office/officeart/2005/8/layout/vList5"/>
    <dgm:cxn modelId="{0DFA9871-8720-4E90-A6BB-D6C75FED193E}" srcId="{FD33F99B-EEAE-4B3B-954B-B53781CB9081}" destId="{CFE59089-0BC2-4A2A-B605-DA1DBB01ED11}" srcOrd="6" destOrd="0" parTransId="{8B61DCB5-BB74-41F9-896A-287C278F577A}" sibTransId="{2CAC249E-448B-46A0-B075-591BD928165B}"/>
    <dgm:cxn modelId="{4BD06372-F2CE-46D0-8793-5C6F8798D733}" type="presOf" srcId="{CFE59089-0BC2-4A2A-B605-DA1DBB01ED11}" destId="{1EDDFC6F-9250-40D6-8F00-7E0C2386B69D}" srcOrd="0" destOrd="0" presId="urn:microsoft.com/office/officeart/2005/8/layout/vList5"/>
    <dgm:cxn modelId="{7C1F9072-E1A7-4731-BB50-5BC277B5B08E}" srcId="{06356C2B-8D8A-4EF3-B8AE-BFD6BDE9C680}" destId="{32D4B161-0257-484F-B111-57ECE9251240}" srcOrd="1" destOrd="0" parTransId="{501E5C8E-84AE-4814-94E3-BC83CF1C4EA3}" sibTransId="{017F1CC8-5A0F-4B53-AF50-E0AA126E9A06}"/>
    <dgm:cxn modelId="{A24C9956-D3BF-41CF-8400-3373A6598EEE}" type="presOf" srcId="{102768E5-3C25-40B2-AF92-36C4B548034A}" destId="{C85F5425-767E-4335-AAFC-1AE3C61857B2}" srcOrd="0" destOrd="0" presId="urn:microsoft.com/office/officeart/2005/8/layout/vList5"/>
    <dgm:cxn modelId="{4A994B58-D258-402F-AE7D-A6205DAC659A}" type="presOf" srcId="{C157775B-D9CF-4550-8FE0-6D3F3132B094}" destId="{BD140BA3-CD5B-4043-921D-3F8C4C941BD4}" srcOrd="0" destOrd="0" presId="urn:microsoft.com/office/officeart/2005/8/layout/vList5"/>
    <dgm:cxn modelId="{6F4E9482-F828-48F0-B672-07AA238BCACE}" srcId="{377005DB-DAF1-41AC-9249-962862DC46F6}" destId="{881FA3FF-46F9-4434-AFC6-31D8EF195D1A}" srcOrd="0" destOrd="0" parTransId="{1B1669B9-BDDC-48C0-B321-125B98A38BFD}" sibTransId="{FA92D124-0ECD-44AA-A7F2-78FE10DCF52E}"/>
    <dgm:cxn modelId="{40EE5F86-179E-4A74-B94E-CCA6861285BA}" type="presOf" srcId="{21110FB4-2991-4650-B7A1-6CB6C9D9FC36}" destId="{05494D33-AA35-4623-BEB2-CB2FD1187949}" srcOrd="0" destOrd="0" presId="urn:microsoft.com/office/officeart/2005/8/layout/vList5"/>
    <dgm:cxn modelId="{AFEE0389-B10C-4569-8D1A-1E774F621FD2}" type="presOf" srcId="{22FEADF4-4BC8-4E71-B8D1-E7C8EEF64F43}" destId="{5C04A6EF-48F3-4CCF-9B99-41193FE40F96}" srcOrd="0" destOrd="0" presId="urn:microsoft.com/office/officeart/2005/8/layout/vList5"/>
    <dgm:cxn modelId="{F0AB1294-0C94-455D-BF70-03A43B51EF54}" type="presOf" srcId="{6CB559B2-1D6E-4814-9DE7-EB2DD09A3301}" destId="{345A1746-34C8-4812-9649-982C18F6CD3A}" srcOrd="0" destOrd="1" presId="urn:microsoft.com/office/officeart/2005/8/layout/vList5"/>
    <dgm:cxn modelId="{45F65098-BF1E-4DC0-96B7-7848A811F9A2}" srcId="{FD33F99B-EEAE-4B3B-954B-B53781CB9081}" destId="{C157775B-D9CF-4550-8FE0-6D3F3132B094}" srcOrd="2" destOrd="0" parTransId="{2844FA1C-959D-4E59-851B-2AF5D62AB314}" sibTransId="{4A6B6BFE-BAD9-4127-83F1-19FBDD2CB3E1}"/>
    <dgm:cxn modelId="{D6D9C09A-266F-4F1F-8FEA-9997D963692E}" srcId="{FD33F99B-EEAE-4B3B-954B-B53781CB9081}" destId="{102768E5-3C25-40B2-AF92-36C4B548034A}" srcOrd="4" destOrd="0" parTransId="{58BB52C3-52A3-4150-8EBC-7C437E2637A3}" sibTransId="{B1594486-7770-4FA3-99A8-93BDA91386A8}"/>
    <dgm:cxn modelId="{A521789F-9A14-4C4C-B663-4B2634D12219}" srcId="{FD33F99B-EEAE-4B3B-954B-B53781CB9081}" destId="{377005DB-DAF1-41AC-9249-962862DC46F6}" srcOrd="5" destOrd="0" parTransId="{D8A04FDB-48C4-4195-9BF6-2D72C89FE72B}" sibTransId="{B627B111-66CA-4A65-BE38-D104856AE2B9}"/>
    <dgm:cxn modelId="{408C2EA2-56B4-4930-9980-F784C7D8398D}" type="presOf" srcId="{257198EC-7EA8-4586-87CC-BD39FA84AC92}" destId="{E14C1179-E3AC-4058-859F-9A3D1B8567E3}" srcOrd="0" destOrd="1" presId="urn:microsoft.com/office/officeart/2005/8/layout/vList5"/>
    <dgm:cxn modelId="{B93A77AA-51E6-4FCC-8194-6719823D222D}" srcId="{102768E5-3C25-40B2-AF92-36C4B548034A}" destId="{C731DB42-37D3-4F63-B6A4-1BE17B19E676}" srcOrd="0" destOrd="0" parTransId="{28C9C0DB-E162-4910-97CC-75728C9619F2}" sibTransId="{30AED80D-B8D0-40E5-9179-EB9BD42273F6}"/>
    <dgm:cxn modelId="{422BEFAA-B5B9-4886-A5D7-0DC4A2F755D6}" srcId="{059D0CDF-46EF-4EE4-AB40-7127D46B0633}" destId="{D537EA37-9BF3-4472-86AA-ECEE9D4172FD}" srcOrd="1" destOrd="0" parTransId="{A2756FED-503B-4361-97D8-B127F9A549FF}" sibTransId="{90E96C94-B203-46A7-9654-16A7DFC7E69C}"/>
    <dgm:cxn modelId="{B7316BAC-B2B7-41F2-B74B-46369057BF8E}" type="presOf" srcId="{CE1C454F-F873-41A9-AF25-4F0550C13192}" destId="{FC7FC01E-B4BA-416A-985F-9CA3F40056DB}" srcOrd="0" destOrd="0" presId="urn:microsoft.com/office/officeart/2005/8/layout/vList5"/>
    <dgm:cxn modelId="{ABCDD3BD-B69E-4644-AFB6-BECC27508A0A}" srcId="{FD33F99B-EEAE-4B3B-954B-B53781CB9081}" destId="{06356C2B-8D8A-4EF3-B8AE-BFD6BDE9C680}" srcOrd="3" destOrd="0" parTransId="{EC787B19-F0FD-42D9-A2E2-70C84CC13592}" sibTransId="{BF32590E-CE53-41AD-947E-BA15ADC21F2C}"/>
    <dgm:cxn modelId="{F4FA34C4-129D-4943-9E2B-219736E4D420}" srcId="{D31F2154-921B-41DB-A4BC-745843422E99}" destId="{7A04CDE9-8A4E-4B07-92EE-72AB1F9E7405}" srcOrd="0" destOrd="0" parTransId="{CA7A416D-8863-49AE-8F72-3C93157B35D3}" sibTransId="{1F8AC44C-8F51-4617-BA82-FDB16FAA56FA}"/>
    <dgm:cxn modelId="{E938EAC8-1BAF-4BFA-9E31-CCB382994708}" type="presOf" srcId="{059D0CDF-46EF-4EE4-AB40-7127D46B0633}" destId="{1AF11BD2-1E3D-482F-9777-C73033C056B0}" srcOrd="0" destOrd="0" presId="urn:microsoft.com/office/officeart/2005/8/layout/vList5"/>
    <dgm:cxn modelId="{BBB3ACCF-9FDE-4A13-B931-4E22BF7E7E29}" type="presOf" srcId="{881FA3FF-46F9-4434-AFC6-31D8EF195D1A}" destId="{345A1746-34C8-4812-9649-982C18F6CD3A}" srcOrd="0" destOrd="0" presId="urn:microsoft.com/office/officeart/2005/8/layout/vList5"/>
    <dgm:cxn modelId="{518F5BD0-E523-4F43-84BC-6EA560D3D261}" type="presOf" srcId="{8B72105B-1E7A-452C-906E-BFE49CECDA77}" destId="{FD30AD03-5385-4368-B8E5-216CC2FA86F8}" srcOrd="0" destOrd="0" presId="urn:microsoft.com/office/officeart/2005/8/layout/vList5"/>
    <dgm:cxn modelId="{FBD9B4D1-21E4-4AAA-AF6F-CBCBF9E3AE9B}" srcId="{FD33F99B-EEAE-4B3B-954B-B53781CB9081}" destId="{059D0CDF-46EF-4EE4-AB40-7127D46B0633}" srcOrd="1" destOrd="0" parTransId="{F03BAE33-0DEC-4F69-9580-5360E4B1B935}" sibTransId="{FFDFB217-2F42-43C8-AFCA-29C64D01D1DE}"/>
    <dgm:cxn modelId="{2CE664D3-C1AB-4619-9FBA-124FE961563B}" type="presOf" srcId="{D31F2154-921B-41DB-A4BC-745843422E99}" destId="{22CE705F-7100-4747-B346-80E790B6487C}" srcOrd="0" destOrd="0" presId="urn:microsoft.com/office/officeart/2005/8/layout/vList5"/>
    <dgm:cxn modelId="{B7A65FD5-C241-4586-BBFC-62F04B9FE946}" srcId="{102768E5-3C25-40B2-AF92-36C4B548034A}" destId="{F9423818-E7E1-417B-B715-92EBF25C08C5}" srcOrd="1" destOrd="0" parTransId="{020280D1-BB02-4BD2-A260-8B007A5D13F2}" sibTransId="{FF17EAF9-C1A9-49AD-971E-FCFB3B8EE62A}"/>
    <dgm:cxn modelId="{16214CDA-6A67-494F-B98E-50497B12DB7F}" srcId="{C157775B-D9CF-4550-8FE0-6D3F3132B094}" destId="{1AEF0C59-F6C2-4548-B9CB-92C63847CD49}" srcOrd="1" destOrd="0" parTransId="{43545C24-3656-40E0-A277-C35F608B0D91}" sibTransId="{2D083F25-7C17-44FC-B7CC-72C5899F3EC3}"/>
    <dgm:cxn modelId="{F32A19DF-B2D5-4F1E-84EE-A425A6370049}" srcId="{FD33F99B-EEAE-4B3B-954B-B53781CB9081}" destId="{D31F2154-921B-41DB-A4BC-745843422E99}" srcOrd="0" destOrd="0" parTransId="{F9FCF22F-BD0D-496A-852B-19C1791F824B}" sibTransId="{CA8FBDD9-0A7C-4FA0-AC53-141D02306256}"/>
    <dgm:cxn modelId="{E358DBEB-AB5B-4117-9A10-10912E67A879}" type="presOf" srcId="{C731DB42-37D3-4F63-B6A4-1BE17B19E676}" destId="{E19C5E50-4329-4AD7-AFE7-D5C6FCC4ED07}" srcOrd="0" destOrd="0" presId="urn:microsoft.com/office/officeart/2005/8/layout/vList5"/>
    <dgm:cxn modelId="{F91744F4-A7AF-4A23-A7A5-35729065AD8A}" srcId="{CFE59089-0BC2-4A2A-B605-DA1DBB01ED11}" destId="{538AA81C-3339-4A73-B5FD-9AB455D985C8}" srcOrd="1" destOrd="0" parTransId="{8D8C921A-1490-46A8-967D-2A5E76FB6078}" sibTransId="{87D38983-6377-4FF9-BAFB-15496A45B14E}"/>
    <dgm:cxn modelId="{8C43DBFB-566A-4328-8CD6-FB78BAF90CCF}" type="presOf" srcId="{32D4B161-0257-484F-B111-57ECE9251240}" destId="{FC7FC01E-B4BA-416A-985F-9CA3F40056DB}" srcOrd="0" destOrd="1" presId="urn:microsoft.com/office/officeart/2005/8/layout/vList5"/>
    <dgm:cxn modelId="{5A1DD6FE-C0FF-4FA3-9544-7C2994283A8C}" srcId="{C157775B-D9CF-4550-8FE0-6D3F3132B094}" destId="{22FEADF4-4BC8-4E71-B8D1-E7C8EEF64F43}" srcOrd="0" destOrd="0" parTransId="{C648F50B-88FF-4EED-BDB8-65E75DC9374A}" sibTransId="{3767D7A1-59CD-41BF-BC87-7B2A40973B27}"/>
    <dgm:cxn modelId="{6B0B4219-0747-4DDC-A5C7-C35547B28B89}" type="presParOf" srcId="{D55A0C3E-4745-42A9-93AC-34311021EB12}" destId="{6467D76C-EDA6-48F9-B5F6-2E7B518EF136}" srcOrd="0" destOrd="0" presId="urn:microsoft.com/office/officeart/2005/8/layout/vList5"/>
    <dgm:cxn modelId="{3AAD7461-3D04-4BE6-864B-CA8C56025EDE}" type="presParOf" srcId="{6467D76C-EDA6-48F9-B5F6-2E7B518EF136}" destId="{22CE705F-7100-4747-B346-80E790B6487C}" srcOrd="0" destOrd="0" presId="urn:microsoft.com/office/officeart/2005/8/layout/vList5"/>
    <dgm:cxn modelId="{93F1A5B2-A354-4C4B-8A0C-F6FE3CFB2C30}" type="presParOf" srcId="{6467D76C-EDA6-48F9-B5F6-2E7B518EF136}" destId="{E14C1179-E3AC-4058-859F-9A3D1B8567E3}" srcOrd="1" destOrd="0" presId="urn:microsoft.com/office/officeart/2005/8/layout/vList5"/>
    <dgm:cxn modelId="{702AEC56-9ACA-4354-A487-645BFA1704E3}" type="presParOf" srcId="{D55A0C3E-4745-42A9-93AC-34311021EB12}" destId="{1A29441A-DEAB-4AE5-8752-9712B874D655}" srcOrd="1" destOrd="0" presId="urn:microsoft.com/office/officeart/2005/8/layout/vList5"/>
    <dgm:cxn modelId="{A839A5F9-7D63-499A-AA58-C4383CDE8CB7}" type="presParOf" srcId="{D55A0C3E-4745-42A9-93AC-34311021EB12}" destId="{F4F5B454-F744-4160-AE35-0C834B784ABE}" srcOrd="2" destOrd="0" presId="urn:microsoft.com/office/officeart/2005/8/layout/vList5"/>
    <dgm:cxn modelId="{7117CE9B-3A41-4364-8BF5-C90306EB2817}" type="presParOf" srcId="{F4F5B454-F744-4160-AE35-0C834B784ABE}" destId="{1AF11BD2-1E3D-482F-9777-C73033C056B0}" srcOrd="0" destOrd="0" presId="urn:microsoft.com/office/officeart/2005/8/layout/vList5"/>
    <dgm:cxn modelId="{2B137A26-808E-4AA3-AFCF-B360EB0DD5E6}" type="presParOf" srcId="{F4F5B454-F744-4160-AE35-0C834B784ABE}" destId="{05494D33-AA35-4623-BEB2-CB2FD1187949}" srcOrd="1" destOrd="0" presId="urn:microsoft.com/office/officeart/2005/8/layout/vList5"/>
    <dgm:cxn modelId="{8AC137F3-17C6-4A18-BEC0-1AF704657DBF}" type="presParOf" srcId="{D55A0C3E-4745-42A9-93AC-34311021EB12}" destId="{4118FF1F-2E43-4A6F-8D29-DA29D92C1B9E}" srcOrd="3" destOrd="0" presId="urn:microsoft.com/office/officeart/2005/8/layout/vList5"/>
    <dgm:cxn modelId="{1BA72291-2984-4A84-BACB-1F32A866B84F}" type="presParOf" srcId="{D55A0C3E-4745-42A9-93AC-34311021EB12}" destId="{367CCA5F-F9FA-4766-BA05-24BD572ACFEE}" srcOrd="4" destOrd="0" presId="urn:microsoft.com/office/officeart/2005/8/layout/vList5"/>
    <dgm:cxn modelId="{B883A062-3473-41C1-90B8-965C4ABD87C0}" type="presParOf" srcId="{367CCA5F-F9FA-4766-BA05-24BD572ACFEE}" destId="{BD140BA3-CD5B-4043-921D-3F8C4C941BD4}" srcOrd="0" destOrd="0" presId="urn:microsoft.com/office/officeart/2005/8/layout/vList5"/>
    <dgm:cxn modelId="{45BBD566-DF4C-422C-B8CC-3249BBB4ACE3}" type="presParOf" srcId="{367CCA5F-F9FA-4766-BA05-24BD572ACFEE}" destId="{5C04A6EF-48F3-4CCF-9B99-41193FE40F96}" srcOrd="1" destOrd="0" presId="urn:microsoft.com/office/officeart/2005/8/layout/vList5"/>
    <dgm:cxn modelId="{212F4511-2AFF-4723-B1DB-5D9B4D832284}" type="presParOf" srcId="{D55A0C3E-4745-42A9-93AC-34311021EB12}" destId="{BB49689D-2EED-4ACE-B16B-E4A224F90B78}" srcOrd="5" destOrd="0" presId="urn:microsoft.com/office/officeart/2005/8/layout/vList5"/>
    <dgm:cxn modelId="{204B8DB3-9352-470F-B85B-89F025B8D610}" type="presParOf" srcId="{D55A0C3E-4745-42A9-93AC-34311021EB12}" destId="{D47247CF-187D-4B06-BA00-F3485DD7F5F1}" srcOrd="6" destOrd="0" presId="urn:microsoft.com/office/officeart/2005/8/layout/vList5"/>
    <dgm:cxn modelId="{28E419C4-A320-4AE8-B6A2-84C331951447}" type="presParOf" srcId="{D47247CF-187D-4B06-BA00-F3485DD7F5F1}" destId="{3119AB30-B883-4CF7-971B-30BB65FD27DD}" srcOrd="0" destOrd="0" presId="urn:microsoft.com/office/officeart/2005/8/layout/vList5"/>
    <dgm:cxn modelId="{CF9A5CDE-D41F-40FE-95B8-5492A91A5169}" type="presParOf" srcId="{D47247CF-187D-4B06-BA00-F3485DD7F5F1}" destId="{FC7FC01E-B4BA-416A-985F-9CA3F40056DB}" srcOrd="1" destOrd="0" presId="urn:microsoft.com/office/officeart/2005/8/layout/vList5"/>
    <dgm:cxn modelId="{F9E91DA6-A2A6-421F-A655-5D88920B5712}" type="presParOf" srcId="{D55A0C3E-4745-42A9-93AC-34311021EB12}" destId="{053203D9-0160-45FB-9986-10BF53CD9BB9}" srcOrd="7" destOrd="0" presId="urn:microsoft.com/office/officeart/2005/8/layout/vList5"/>
    <dgm:cxn modelId="{161BA1AE-4748-4774-97D2-B2CE21DD9F7D}" type="presParOf" srcId="{D55A0C3E-4745-42A9-93AC-34311021EB12}" destId="{9FFFF1E4-0307-42B0-BA0D-D7366BD7C051}" srcOrd="8" destOrd="0" presId="urn:microsoft.com/office/officeart/2005/8/layout/vList5"/>
    <dgm:cxn modelId="{78376A02-AA84-4DB0-8014-1D82787797C6}" type="presParOf" srcId="{9FFFF1E4-0307-42B0-BA0D-D7366BD7C051}" destId="{C85F5425-767E-4335-AAFC-1AE3C61857B2}" srcOrd="0" destOrd="0" presId="urn:microsoft.com/office/officeart/2005/8/layout/vList5"/>
    <dgm:cxn modelId="{CEC467F5-22C8-463D-8DDF-F8EBB21E780D}" type="presParOf" srcId="{9FFFF1E4-0307-42B0-BA0D-D7366BD7C051}" destId="{E19C5E50-4329-4AD7-AFE7-D5C6FCC4ED07}" srcOrd="1" destOrd="0" presId="urn:microsoft.com/office/officeart/2005/8/layout/vList5"/>
    <dgm:cxn modelId="{949826FD-A634-4A2A-A7C4-023A3D61C08D}" type="presParOf" srcId="{D55A0C3E-4745-42A9-93AC-34311021EB12}" destId="{91893FDA-6CAC-4A58-9EB0-278F273F8633}" srcOrd="9" destOrd="0" presId="urn:microsoft.com/office/officeart/2005/8/layout/vList5"/>
    <dgm:cxn modelId="{0F3ACACB-7FD0-45D5-A1B4-EF86153EE5CD}" type="presParOf" srcId="{D55A0C3E-4745-42A9-93AC-34311021EB12}" destId="{FBB157B3-5B06-4F6D-AA9A-9FAE13E605F3}" srcOrd="10" destOrd="0" presId="urn:microsoft.com/office/officeart/2005/8/layout/vList5"/>
    <dgm:cxn modelId="{084D5FB4-2B23-42F8-93D3-1B429A37A63B}" type="presParOf" srcId="{FBB157B3-5B06-4F6D-AA9A-9FAE13E605F3}" destId="{B3520C0E-72DD-41E4-BAEB-00AE1C578E4D}" srcOrd="0" destOrd="0" presId="urn:microsoft.com/office/officeart/2005/8/layout/vList5"/>
    <dgm:cxn modelId="{2374D78C-1636-4BA3-8355-2DAEFC6C7AFA}" type="presParOf" srcId="{FBB157B3-5B06-4F6D-AA9A-9FAE13E605F3}" destId="{345A1746-34C8-4812-9649-982C18F6CD3A}" srcOrd="1" destOrd="0" presId="urn:microsoft.com/office/officeart/2005/8/layout/vList5"/>
    <dgm:cxn modelId="{19EFAB27-FEA4-4899-86C8-849AEAF300E3}" type="presParOf" srcId="{D55A0C3E-4745-42A9-93AC-34311021EB12}" destId="{EAC98A86-DF11-4B28-B886-9E0415BF7B3F}" srcOrd="11" destOrd="0" presId="urn:microsoft.com/office/officeart/2005/8/layout/vList5"/>
    <dgm:cxn modelId="{ABC97036-5C98-4BB4-B45E-1A631D3D7AAB}" type="presParOf" srcId="{D55A0C3E-4745-42A9-93AC-34311021EB12}" destId="{9D4C1A56-E104-4660-8AEE-07DB3A381EB9}" srcOrd="12" destOrd="0" presId="urn:microsoft.com/office/officeart/2005/8/layout/vList5"/>
    <dgm:cxn modelId="{A4CEAD56-703A-482A-BB2E-5AAC82960C15}" type="presParOf" srcId="{9D4C1A56-E104-4660-8AEE-07DB3A381EB9}" destId="{1EDDFC6F-9250-40D6-8F00-7E0C2386B69D}" srcOrd="0" destOrd="0" presId="urn:microsoft.com/office/officeart/2005/8/layout/vList5"/>
    <dgm:cxn modelId="{7EEA4891-5EC0-4BE3-9EA4-F16915768A46}" type="presParOf" srcId="{9D4C1A56-E104-4660-8AEE-07DB3A381EB9}" destId="{FD30AD03-5385-4368-B8E5-216CC2FA86F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37116-5A66-40B9-BCE8-2168D65B7612}">
      <dsp:nvSpPr>
        <dsp:cNvPr id="0" name=""/>
        <dsp:cNvSpPr/>
      </dsp:nvSpPr>
      <dsp:spPr>
        <a:xfrm>
          <a:off x="1747800" y="218300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5D99E-22C1-48B7-8227-D8F47F299B8C}">
      <dsp:nvSpPr>
        <dsp:cNvPr id="0" name=""/>
        <dsp:cNvSpPr/>
      </dsp:nvSpPr>
      <dsp:spPr>
        <a:xfrm>
          <a:off x="559800" y="263266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Objective:</a:t>
          </a:r>
          <a:r>
            <a:rPr lang="en-US" sz="1700" b="0" i="0" kern="1200"/>
            <a:t> To analyze the impact of different workout types on calories burned and how gender influences this relationship.</a:t>
          </a:r>
          <a:endParaRPr lang="en-US" sz="1700" kern="1200"/>
        </a:p>
      </dsp:txBody>
      <dsp:txXfrm>
        <a:off x="559800" y="2632662"/>
        <a:ext cx="4320000" cy="720000"/>
      </dsp:txXfrm>
    </dsp:sp>
    <dsp:sp modelId="{4404114F-26D9-4BB7-9726-0D64324A8AB4}">
      <dsp:nvSpPr>
        <dsp:cNvPr id="0" name=""/>
        <dsp:cNvSpPr/>
      </dsp:nvSpPr>
      <dsp:spPr>
        <a:xfrm>
          <a:off x="6823800" y="218300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9EB0C-EF13-4DA2-A32F-6EDAFC76D4C6}">
      <dsp:nvSpPr>
        <dsp:cNvPr id="0" name=""/>
        <dsp:cNvSpPr/>
      </dsp:nvSpPr>
      <dsp:spPr>
        <a:xfrm>
          <a:off x="5635800" y="263266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Importance:</a:t>
          </a:r>
          <a:r>
            <a:rPr lang="en-US" sz="1700" b="0" i="0" kern="1200"/>
            <a:t> Understanding these factors can help tailor fitness programs for better results.</a:t>
          </a:r>
          <a:endParaRPr lang="en-US" sz="1700" kern="1200"/>
        </a:p>
      </dsp:txBody>
      <dsp:txXfrm>
        <a:off x="5635800" y="2632662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C1179-E3AC-4058-859F-9A3D1B8567E3}">
      <dsp:nvSpPr>
        <dsp:cNvPr id="0" name=""/>
        <dsp:cNvSpPr/>
      </dsp:nvSpPr>
      <dsp:spPr>
        <a:xfrm rot="5400000">
          <a:off x="6954972" y="-3120142"/>
          <a:ext cx="39127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Type:</a:t>
          </a:r>
          <a:r>
            <a:rPr lang="en-US" sz="1000" b="0" i="0" kern="1200" baseline="0"/>
            <a:t> Integer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Description:</a:t>
          </a:r>
          <a:r>
            <a:rPr lang="en-US" sz="1000" b="0" i="0" kern="1200" baseline="0"/>
            <a:t> Age of the respondent.</a:t>
          </a:r>
          <a:endParaRPr lang="en-US" sz="1000" kern="1200"/>
        </a:p>
      </dsp:txBody>
      <dsp:txXfrm rot="-5400000">
        <a:off x="3785616" y="68314"/>
        <a:ext cx="6710884" cy="353071"/>
      </dsp:txXfrm>
    </dsp:sp>
    <dsp:sp modelId="{22CE705F-7100-4747-B346-80E790B6487C}">
      <dsp:nvSpPr>
        <dsp:cNvPr id="0" name=""/>
        <dsp:cNvSpPr/>
      </dsp:nvSpPr>
      <dsp:spPr>
        <a:xfrm>
          <a:off x="0" y="305"/>
          <a:ext cx="3785616" cy="489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Age:</a:t>
          </a:r>
          <a:endParaRPr lang="en-US" sz="2400" kern="1200"/>
        </a:p>
      </dsp:txBody>
      <dsp:txXfrm>
        <a:off x="23875" y="24180"/>
        <a:ext cx="3737866" cy="441339"/>
      </dsp:txXfrm>
    </dsp:sp>
    <dsp:sp modelId="{05494D33-AA35-4623-BEB2-CB2FD1187949}">
      <dsp:nvSpPr>
        <dsp:cNvPr id="0" name=""/>
        <dsp:cNvSpPr/>
      </dsp:nvSpPr>
      <dsp:spPr>
        <a:xfrm rot="5400000">
          <a:off x="6954972" y="-2606598"/>
          <a:ext cx="39127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Type:</a:t>
          </a:r>
          <a:r>
            <a:rPr lang="en-US" sz="1000" b="0" i="0" kern="1200" baseline="0"/>
            <a:t> String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Description:</a:t>
          </a:r>
          <a:r>
            <a:rPr lang="en-US" sz="1000" b="0" i="0" kern="1200" baseline="0"/>
            <a:t> Gender of the respondent (male/female).</a:t>
          </a:r>
          <a:endParaRPr lang="en-US" sz="1000" kern="1200"/>
        </a:p>
      </dsp:txBody>
      <dsp:txXfrm rot="-5400000">
        <a:off x="3785616" y="581858"/>
        <a:ext cx="6710884" cy="353071"/>
      </dsp:txXfrm>
    </dsp:sp>
    <dsp:sp modelId="{1AF11BD2-1E3D-482F-9777-C73033C056B0}">
      <dsp:nvSpPr>
        <dsp:cNvPr id="0" name=""/>
        <dsp:cNvSpPr/>
      </dsp:nvSpPr>
      <dsp:spPr>
        <a:xfrm>
          <a:off x="0" y="513849"/>
          <a:ext cx="3785616" cy="489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Gender:</a:t>
          </a:r>
          <a:endParaRPr lang="en-US" sz="2400" kern="1200"/>
        </a:p>
      </dsp:txBody>
      <dsp:txXfrm>
        <a:off x="23875" y="537724"/>
        <a:ext cx="3737866" cy="441339"/>
      </dsp:txXfrm>
    </dsp:sp>
    <dsp:sp modelId="{5C04A6EF-48F3-4CCF-9B99-41193FE40F96}">
      <dsp:nvSpPr>
        <dsp:cNvPr id="0" name=""/>
        <dsp:cNvSpPr/>
      </dsp:nvSpPr>
      <dsp:spPr>
        <a:xfrm rot="5400000">
          <a:off x="6954972" y="-2093054"/>
          <a:ext cx="39127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Type:</a:t>
          </a:r>
          <a:r>
            <a:rPr lang="en-US" sz="1000" b="0" i="0" kern="1200" baseline="0"/>
            <a:t> Floating point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Description:</a:t>
          </a:r>
          <a:r>
            <a:rPr lang="en-US" sz="1000" b="0" i="0" kern="1200" baseline="0"/>
            <a:t> Weight of the respondent in kilograms.</a:t>
          </a:r>
          <a:endParaRPr lang="en-US" sz="1000" kern="1200"/>
        </a:p>
      </dsp:txBody>
      <dsp:txXfrm rot="-5400000">
        <a:off x="3785616" y="1095402"/>
        <a:ext cx="6710884" cy="353071"/>
      </dsp:txXfrm>
    </dsp:sp>
    <dsp:sp modelId="{BD140BA3-CD5B-4043-921D-3F8C4C941BD4}">
      <dsp:nvSpPr>
        <dsp:cNvPr id="0" name=""/>
        <dsp:cNvSpPr/>
      </dsp:nvSpPr>
      <dsp:spPr>
        <a:xfrm>
          <a:off x="0" y="1027392"/>
          <a:ext cx="3785616" cy="489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Weight (kg):</a:t>
          </a:r>
          <a:endParaRPr lang="en-US" sz="2400" kern="1200"/>
        </a:p>
      </dsp:txBody>
      <dsp:txXfrm>
        <a:off x="23875" y="1051267"/>
        <a:ext cx="3737866" cy="441339"/>
      </dsp:txXfrm>
    </dsp:sp>
    <dsp:sp modelId="{FC7FC01E-B4BA-416A-985F-9CA3F40056DB}">
      <dsp:nvSpPr>
        <dsp:cNvPr id="0" name=""/>
        <dsp:cNvSpPr/>
      </dsp:nvSpPr>
      <dsp:spPr>
        <a:xfrm rot="5400000">
          <a:off x="6954972" y="-1579510"/>
          <a:ext cx="39127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Type:</a:t>
          </a:r>
          <a:r>
            <a:rPr lang="en-US" sz="1000" b="0" i="0" kern="1200" baseline="0"/>
            <a:t> Floating point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Description:</a:t>
          </a:r>
          <a:r>
            <a:rPr lang="en-US" sz="1000" b="0" i="0" kern="1200" baseline="0"/>
            <a:t> Duration of the workout session in hours.</a:t>
          </a:r>
          <a:endParaRPr lang="en-US" sz="1000" kern="1200"/>
        </a:p>
      </dsp:txBody>
      <dsp:txXfrm rot="-5400000">
        <a:off x="3785616" y="1608946"/>
        <a:ext cx="6710884" cy="353071"/>
      </dsp:txXfrm>
    </dsp:sp>
    <dsp:sp modelId="{3119AB30-B883-4CF7-971B-30BB65FD27DD}">
      <dsp:nvSpPr>
        <dsp:cNvPr id="0" name=""/>
        <dsp:cNvSpPr/>
      </dsp:nvSpPr>
      <dsp:spPr>
        <a:xfrm>
          <a:off x="0" y="1540936"/>
          <a:ext cx="3785616" cy="489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Session_Duration (hours):</a:t>
          </a:r>
          <a:endParaRPr lang="en-US" sz="2400" kern="1200"/>
        </a:p>
      </dsp:txBody>
      <dsp:txXfrm>
        <a:off x="23875" y="1564811"/>
        <a:ext cx="3737866" cy="441339"/>
      </dsp:txXfrm>
    </dsp:sp>
    <dsp:sp modelId="{E19C5E50-4329-4AD7-AFE7-D5C6FCC4ED07}">
      <dsp:nvSpPr>
        <dsp:cNvPr id="0" name=""/>
        <dsp:cNvSpPr/>
      </dsp:nvSpPr>
      <dsp:spPr>
        <a:xfrm rot="5400000">
          <a:off x="6954972" y="-1065966"/>
          <a:ext cx="39127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Type:</a:t>
          </a:r>
          <a:r>
            <a:rPr lang="en-US" sz="1000" b="0" i="0" kern="1200" baseline="0"/>
            <a:t> Floating point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Description:</a:t>
          </a:r>
          <a:r>
            <a:rPr lang="en-US" sz="1000" b="0" i="0" kern="1200" baseline="0"/>
            <a:t> Total calories burned during the workout session.</a:t>
          </a:r>
          <a:endParaRPr lang="en-US" sz="1000" kern="1200"/>
        </a:p>
      </dsp:txBody>
      <dsp:txXfrm rot="-5400000">
        <a:off x="3785616" y="2122490"/>
        <a:ext cx="6710884" cy="353071"/>
      </dsp:txXfrm>
    </dsp:sp>
    <dsp:sp modelId="{C85F5425-767E-4335-AAFC-1AE3C61857B2}">
      <dsp:nvSpPr>
        <dsp:cNvPr id="0" name=""/>
        <dsp:cNvSpPr/>
      </dsp:nvSpPr>
      <dsp:spPr>
        <a:xfrm>
          <a:off x="0" y="2054480"/>
          <a:ext cx="3785616" cy="489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Calories_Burned:</a:t>
          </a:r>
          <a:endParaRPr lang="en-US" sz="2400" kern="1200"/>
        </a:p>
      </dsp:txBody>
      <dsp:txXfrm>
        <a:off x="23875" y="2078355"/>
        <a:ext cx="3737866" cy="441339"/>
      </dsp:txXfrm>
    </dsp:sp>
    <dsp:sp modelId="{345A1746-34C8-4812-9649-982C18F6CD3A}">
      <dsp:nvSpPr>
        <dsp:cNvPr id="0" name=""/>
        <dsp:cNvSpPr/>
      </dsp:nvSpPr>
      <dsp:spPr>
        <a:xfrm rot="5400000">
          <a:off x="6954972" y="-552422"/>
          <a:ext cx="39127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Type:</a:t>
          </a:r>
          <a:r>
            <a:rPr lang="en-US" sz="1000" b="0" i="0" kern="1200" baseline="0"/>
            <a:t> String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Description:</a:t>
          </a:r>
          <a:r>
            <a:rPr lang="en-US" sz="1000" b="0" i="0" kern="1200" baseline="0"/>
            <a:t> Type of workout performed (Yoga, HIIT, Cardio, Strength).</a:t>
          </a:r>
          <a:endParaRPr lang="en-US" sz="1000" kern="1200"/>
        </a:p>
      </dsp:txBody>
      <dsp:txXfrm rot="-5400000">
        <a:off x="3785616" y="2636034"/>
        <a:ext cx="6710884" cy="353071"/>
      </dsp:txXfrm>
    </dsp:sp>
    <dsp:sp modelId="{B3520C0E-72DD-41E4-BAEB-00AE1C578E4D}">
      <dsp:nvSpPr>
        <dsp:cNvPr id="0" name=""/>
        <dsp:cNvSpPr/>
      </dsp:nvSpPr>
      <dsp:spPr>
        <a:xfrm>
          <a:off x="0" y="2568024"/>
          <a:ext cx="3785616" cy="489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Workout_Type:</a:t>
          </a:r>
          <a:endParaRPr lang="en-US" sz="2400" kern="1200"/>
        </a:p>
      </dsp:txBody>
      <dsp:txXfrm>
        <a:off x="23875" y="2591899"/>
        <a:ext cx="3737866" cy="441339"/>
      </dsp:txXfrm>
    </dsp:sp>
    <dsp:sp modelId="{FD30AD03-5385-4368-B8E5-216CC2FA86F8}">
      <dsp:nvSpPr>
        <dsp:cNvPr id="0" name=""/>
        <dsp:cNvSpPr/>
      </dsp:nvSpPr>
      <dsp:spPr>
        <a:xfrm rot="5400000">
          <a:off x="6954972" y="-38878"/>
          <a:ext cx="39127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9050" rIns="38100" bIns="190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Type:</a:t>
          </a:r>
          <a:r>
            <a:rPr lang="en-US" sz="1000" b="0" i="0" kern="1200" baseline="0"/>
            <a:t> Integer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 baseline="0"/>
            <a:t>Description:</a:t>
          </a:r>
          <a:r>
            <a:rPr lang="en-US" sz="1000" b="0" i="0" kern="1200" baseline="0"/>
            <a:t> Maximum beats per minute during the workout session.</a:t>
          </a:r>
          <a:endParaRPr lang="en-US" sz="1000" kern="1200"/>
        </a:p>
      </dsp:txBody>
      <dsp:txXfrm rot="-5400000">
        <a:off x="3785616" y="3149578"/>
        <a:ext cx="6710884" cy="353071"/>
      </dsp:txXfrm>
    </dsp:sp>
    <dsp:sp modelId="{1EDDFC6F-9250-40D6-8F00-7E0C2386B69D}">
      <dsp:nvSpPr>
        <dsp:cNvPr id="0" name=""/>
        <dsp:cNvSpPr/>
      </dsp:nvSpPr>
      <dsp:spPr>
        <a:xfrm>
          <a:off x="0" y="3081568"/>
          <a:ext cx="3785616" cy="489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Max_BPM:</a:t>
          </a:r>
          <a:endParaRPr lang="en-US" sz="2400" kern="1200"/>
        </a:p>
      </dsp:txBody>
      <dsp:txXfrm>
        <a:off x="23875" y="3105443"/>
        <a:ext cx="3737866" cy="441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8006A-0112-2789-0A1E-663A5F97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8B280-228D-DE72-CBA5-AF34AF551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0CD94-567B-513C-21E6-FA833019D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BEC7A-A915-EE40-5FD3-066FF7D5C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460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2413F-E3BF-E8C2-5746-43BAC8BC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AC241-9BE9-D251-67DB-116C32D90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CEB4B-7D49-49E7-9160-1DED4B699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17092-21D8-894C-848F-446CA145D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322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ED3F1-CAC7-CF98-4985-00380253D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AF7A0-70E5-E55B-524D-2B3E9B69A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B3D06-D538-C341-4465-F0042B2C4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A350E-0A60-21D7-FF31-4762C360B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8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F5E9B-6C04-80FF-F1B2-095D7441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65241-11A6-3FF5-B624-731266D0B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744B6-B544-E9F1-A677-534257DE6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47041-38EA-F6D6-C883-D51D848DB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58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C422-6E9B-0DAB-1D33-AEFA8255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B14F3-F14E-2C0C-73A8-9205E8602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2B7DB-1E9B-ED76-09C4-9829A4843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6A1B3-94E7-C7DF-A4E2-5F1CAE9DC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988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0F0D-4710-B4CB-6E11-E49F8DD8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F83E0-87DB-56D8-8556-0F407D156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916DF-6919-E88A-788B-7E9DA1C60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4E90E-A444-F010-77F5-C91E80CAF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24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9846-6229-8512-2667-A340AE44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2A9A0-D72A-0E5B-E237-3FCC2B0EE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685FB-FC16-BC49-A714-EBE2EF450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C5E00-0B0A-01E2-A31A-9CDD2473A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401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8A04A-BD75-8E48-F6C3-6253D2B1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AD503-8AF4-6A31-E5BE-0821B4111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C7678-BE37-C2EC-5B73-CE853104E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48ADE-D235-D62D-6B62-C3A29A8DE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649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1D15-C6D5-6B07-6A3A-BCC620EC4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23DCE-B05E-D68B-4B4B-E05438044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9E1C6-DFB6-A4D4-997C-2D4011888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E911D-E04A-7668-AB34-C62F9FEB0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398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134D5-1F74-F70F-877E-050B6F09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98B2B-510C-EB0F-98A2-9A4065A3F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5ECF4-CF62-AE29-48D0-9D66BF098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8CC3A-BB1E-1B96-9160-B4BC09F39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6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6E37-1759-0D69-8C54-2D6B4F02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17CC9-97C8-DB0E-D0C9-9E3AC9021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B3D6E-A289-D2EC-F6CF-5B7DCD2B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2DD76-DA77-CCD5-C4CC-D48A817FD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022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7B7D1-0CA1-70C1-AA63-8CB013BA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95BC6-1285-615B-C6C6-E8545001B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1C598-2E4A-EC40-C4ED-D29F97702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3C99C-44D1-7B1D-559B-E297EEFDA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8C63-E535-AC0B-AAE4-3E3B4330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B9E62-19BE-6F2B-B8C2-08D9BF4A6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A321F-5F83-703D-23DA-0E032F2D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3D52E-F3BE-ECB9-38CA-AF99BB85C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58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1C22D-4552-97C0-4D65-4E8491EF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A7A8B-2A13-EBA2-3A53-B984B2022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1BC1C-6C15-673A-751C-0B2AF5DB1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99EC-E9C2-640D-AC47-B3A6AD8CA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85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1B31-ECD4-0C88-908F-7FCAA96C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5FD36-4CA3-E468-EEF0-4FFBE8C42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DFB6E-26B6-2E48-B4C1-C5B163FAB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325B1-23A1-8838-641E-8B3B72AD4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3174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1B14-D46A-1BEA-2E08-5D0A9FDD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44034-4E47-270F-A1E9-E7EDF26A3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121CD-FE76-88E8-FD5E-C5C50392B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09176-BF66-2334-4762-F489196D1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888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20FC-E327-2A15-BEE5-01D92A25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06516-9272-D190-D14E-C059AABD4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17537-AD19-664F-D945-C9454D631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57FBD-18BE-6AC2-4C32-5F9B535A7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930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C9CD7-A993-1246-A377-34F0F429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85A84-6261-49BF-04C5-A88D200D8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16469-F5B9-88E7-6547-21BB538E9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FC13F-852D-E7B9-93C5-1386EC15B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3717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847B-AD52-198F-11D4-2AD6EEE7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85285-E98B-2B2B-23A7-EFFA26776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767EE-BC7C-CBA6-935A-5BEC30024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31A7F-CF9B-898C-4AB3-5B43D9E29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0151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B006-B17B-8E62-A64F-9B877DB8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16513C-10FA-76BA-83B8-D74886728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E8B8A-624B-8476-03F8-225EB378D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8150E-6CFE-A10D-5B6E-B8858855E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532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E600-4CE3-1850-F157-94614A93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ED5CE-DA16-127C-A2D1-D73BA877F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4E8E7-2DF0-E725-F68D-96E88552B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E7495-65D5-54F8-04D8-CAE8D7135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4760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7F509-F158-F02D-5E7C-6C6A1711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FFBB1-FCEB-371E-242B-266B7B47E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6F56B-1E95-802E-741C-0CE16B4E9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516F7-0CAE-621F-59A9-BBF75B924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7589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6CB33-D6E3-9757-9321-C08E59D6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891704-79C5-6E9D-7840-880BFBBCF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5369E-F1E1-C748-A81B-AE910A798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F828F-F7DC-6231-AC36-40AFD19D2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170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FF7F4-6765-2702-0A52-3EDF399E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15210-9F13-2332-DBC4-30015BEEA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5794B-7B4F-25D5-A70A-9233B9BBB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0EEA6-1544-B3C9-C686-123BC7E0E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871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D178-C4DA-AAFE-3DFD-83CB556F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1FE8E-6770-2AB1-BD58-DBD72048F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243EF-92DA-BA1E-3F00-AFC6F4415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BCC58-C6AE-A350-C7EB-5B160C723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4070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A3534-0AD3-25D0-0B93-918901B4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AD567-6576-B2DD-1A39-BC47DBAC0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428A67-1E09-E920-E88B-0D78222EA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09CFB-DC77-BEF9-68EB-EE2425484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9504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8797-BEF1-6937-EB44-A8A7951C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910BE-8378-8EDE-1D16-76FB2ED2F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E594E-4FDB-146D-7A1D-8D9332863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077B4-98E5-EE0E-AE0D-7606C2F8D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586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7B61-DE71-E30B-4F0A-51839FC7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461A5-E70D-6C56-F264-1A8C88A04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2F30A-05D8-2FE5-006F-C7718254A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4A096-2AD7-596E-0005-A3D856770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5389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3198" y="3065630"/>
            <a:ext cx="5465602" cy="3200400"/>
          </a:xfrm>
        </p:spPr>
        <p:txBody>
          <a:bodyPr anchor="ctr"/>
          <a:lstStyle/>
          <a:p>
            <a:r>
              <a:rPr lang="en-US" sz="2400" dirty="0"/>
              <a:t>Do specific workouts impact calories burned? Does Gender impact this?</a:t>
            </a:r>
            <a:br>
              <a:rPr lang="en-US" sz="2400" dirty="0"/>
            </a:br>
            <a:br>
              <a:rPr lang="en-US" sz="2400" dirty="0"/>
            </a:br>
            <a:r>
              <a:rPr lang="en-US" sz="1800" dirty="0"/>
              <a:t>Kyle Spalding</a:t>
            </a:r>
            <a:br>
              <a:rPr lang="en-US" sz="2400" dirty="0"/>
            </a:br>
            <a:br>
              <a:rPr lang="en-US" sz="1800" dirty="0"/>
            </a:br>
            <a:r>
              <a:rPr lang="en-US" sz="1800" dirty="0"/>
              <a:t>DSC530 – Data Exploration and analysis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02/24/2025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93118E1-AA8B-DDAB-FD6C-E9B4E1A54056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923347525"/>
              </p:ext>
            </p:extLst>
          </p:nvPr>
        </p:nvGraphicFramePr>
        <p:xfrm>
          <a:off x="838200" y="2111381"/>
          <a:ext cx="10515600" cy="3570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990" y="3068320"/>
            <a:ext cx="2863850" cy="775732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138F-B37D-5221-C1D3-A07E2E6D9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3EF44-BD49-3801-9E45-8C21FACE3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Variables Used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EF23290-0280-4BBE-D580-1366E4B2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E855F83C-4E09-849C-6696-D63BAA09E0C2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296507399"/>
              </p:ext>
            </p:extLst>
          </p:nvPr>
        </p:nvGraphicFramePr>
        <p:xfrm>
          <a:off x="838200" y="2111381"/>
          <a:ext cx="10515600" cy="3570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9760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05030-9829-0E99-03C3-4591D967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1727B-CD4E-1C94-B7F6-71D6FAC13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990" y="3068320"/>
            <a:ext cx="3219450" cy="775732"/>
          </a:xfrm>
        </p:spPr>
        <p:txBody>
          <a:bodyPr/>
          <a:lstStyle/>
          <a:p>
            <a:r>
              <a:rPr lang="en-US" dirty="0"/>
              <a:t>Histograms</a:t>
            </a:r>
          </a:p>
        </p:txBody>
      </p:sp>
    </p:spTree>
    <p:extLst>
      <p:ext uri="{BB962C8B-B14F-4D97-AF65-F5344CB8AC3E}">
        <p14:creationId xmlns:p14="http://schemas.microsoft.com/office/powerpoint/2010/main" val="130757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/>
              <a:t>Age Variable</a:t>
            </a:r>
          </a:p>
        </p:txBody>
      </p:sp>
      <p:pic>
        <p:nvPicPr>
          <p:cNvPr id="1028" name="Picture 4" descr="A graph of age of respondent&#10;&#10;AI-generated content may be incorrect.">
            <a:extLst>
              <a:ext uri="{FF2B5EF4-FFF2-40B4-BE49-F238E27FC236}">
                <a16:creationId xmlns:a16="http://schemas.microsoft.com/office/drawing/2014/main" id="{F6BFA3B4-7788-7AF9-AEF2-2DA6295B4AA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935" y="2763078"/>
            <a:ext cx="4299117" cy="3407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9FFC-236F-ED3F-0883-485FA494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28D9-B368-8040-4121-F62D5660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/>
              <a:t>Gender variable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C6CF2F5-1D87-A51B-AE6A-410A8A728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935" y="2763077"/>
            <a:ext cx="4580653" cy="363016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B0476FC-63EB-300B-6F8A-FE144981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72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82A8-6EF6-50DD-AF5E-36854636F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141D-3F11-FC72-FAA8-0D5AA34E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/>
              <a:t>Weight (kg) variable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2451F2-A2E8-C88B-B589-F11F77BD5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935" y="2763077"/>
            <a:ext cx="4580653" cy="363016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69A2569-07AF-B05B-799F-FF471EFD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00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8A5F0-F5BE-0E12-09F1-399E1210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D411-D753-7497-E873-348C935C2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 err="1"/>
              <a:t>Session_duration</a:t>
            </a:r>
            <a:r>
              <a:rPr lang="en-US" dirty="0"/>
              <a:t> (hours) variable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7EDE74-799E-0758-31E6-0E1151F29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935" y="2763077"/>
            <a:ext cx="4580653" cy="363016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66DC722-F2D7-0797-B59D-4A195509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4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6291C-8CA0-A750-7FB8-DBA8BEDB4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9732-7FA3-4481-0066-B83E6EE8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 err="1"/>
              <a:t>Calories_burned</a:t>
            </a:r>
            <a:r>
              <a:rPr lang="en-US" dirty="0"/>
              <a:t> variable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AF3E55C-6BD9-B6FE-1AC6-538D71F77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935" y="2763077"/>
            <a:ext cx="4580653" cy="363016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79A6B0C-80F8-64AC-BB05-F4438E61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70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2713F-9C29-1C23-A739-3AA52358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B9A1-2E3E-627E-5510-17155127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 err="1"/>
              <a:t>Workout_type</a:t>
            </a:r>
            <a:r>
              <a:rPr lang="en-US" dirty="0"/>
              <a:t> variable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064D9F1-481C-F92D-67E4-28BAD1961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23695" y="2763077"/>
            <a:ext cx="4566248" cy="363016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A7E7044-9D61-4870-F56A-FE997CAD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21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5AD2C-EF4F-CEED-9A07-8B785EE9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1BA3A-07AB-B027-6075-8AE2C378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 err="1"/>
              <a:t>Max_bpm</a:t>
            </a:r>
            <a:r>
              <a:rPr lang="en-US" dirty="0"/>
              <a:t> variable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594ACAE-441E-5B4E-579D-248EAE4CB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935" y="2763077"/>
            <a:ext cx="4580653" cy="363016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4F5280F-3693-0C62-CD02-802D7CC2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39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4C465-E238-E1D8-256B-B51ED3E70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BE1F-6AE0-9D76-E7C6-7F8C53AC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 err="1"/>
              <a:t>Max_bpm</a:t>
            </a:r>
            <a:r>
              <a:rPr lang="en-US" dirty="0"/>
              <a:t> variable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D98B12E-1BE9-2E8A-519F-3864977FE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6935" y="2763077"/>
            <a:ext cx="4580653" cy="363016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2B2EE1B-9269-93AA-5649-4AA91424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54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 - 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AA84857-4AD1-316C-A199-9AFC2087AE7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051440920"/>
              </p:ext>
            </p:extLst>
          </p:nvPr>
        </p:nvGraphicFramePr>
        <p:xfrm>
          <a:off x="1610143" y="2111381"/>
          <a:ext cx="8971716" cy="357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858">
                  <a:extLst>
                    <a:ext uri="{9D8B030D-6E8A-4147-A177-3AD203B41FA5}">
                      <a16:colId xmlns:a16="http://schemas.microsoft.com/office/drawing/2014/main" val="1795764276"/>
                    </a:ext>
                  </a:extLst>
                </a:gridCol>
                <a:gridCol w="4485858">
                  <a:extLst>
                    <a:ext uri="{9D8B030D-6E8A-4147-A177-3AD203B41FA5}">
                      <a16:colId xmlns:a16="http://schemas.microsoft.com/office/drawing/2014/main" val="4164915799"/>
                    </a:ext>
                  </a:extLst>
                </a:gridCol>
              </a:tblGrid>
              <a:tr h="595161"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Statistic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0168355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Mode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43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1654683524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Mean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38.68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968587151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Standard Dev.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12.18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15566098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Lower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 (&lt; -3.5)</a:t>
                      </a:r>
                      <a:endParaRPr lang="en-US" sz="270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329214453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Upper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None (&gt; 80.5)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411919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DFA2-942E-A397-737F-834A63EF2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73F1-8A24-3C81-0FEB-0D6FE1AE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 - gender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F9D52D-ECB9-F62D-2844-76B69A07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E9C9C77-EC92-5751-45F4-CCFE0CBC212F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604065933"/>
              </p:ext>
            </p:extLst>
          </p:nvPr>
        </p:nvGraphicFramePr>
        <p:xfrm>
          <a:off x="1610143" y="2111381"/>
          <a:ext cx="8971716" cy="357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858">
                  <a:extLst>
                    <a:ext uri="{9D8B030D-6E8A-4147-A177-3AD203B41FA5}">
                      <a16:colId xmlns:a16="http://schemas.microsoft.com/office/drawing/2014/main" val="1795764276"/>
                    </a:ext>
                  </a:extLst>
                </a:gridCol>
                <a:gridCol w="4485858">
                  <a:extLst>
                    <a:ext uri="{9D8B030D-6E8A-4147-A177-3AD203B41FA5}">
                      <a16:colId xmlns:a16="http://schemas.microsoft.com/office/drawing/2014/main" val="4164915799"/>
                    </a:ext>
                  </a:extLst>
                </a:gridCol>
              </a:tblGrid>
              <a:tr h="595161"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Statistic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0168355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Mode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Male (0)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1654683524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Mean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0.475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968587151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Standard Dev.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0.4996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15566098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Lower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(Gender &lt; -1.5)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329214453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Upper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(Gender &gt; 2.5)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411919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5521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AFEF-B6C7-EB9D-BE63-5F93A536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E0D1-521C-BA96-2CEB-1148FDED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 – weight (kg)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63B386-D4A0-5BB8-E401-BA91C2B07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50069B8-4591-400B-0AEF-79B96CCFF32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717856317"/>
              </p:ext>
            </p:extLst>
          </p:nvPr>
        </p:nvGraphicFramePr>
        <p:xfrm>
          <a:off x="1610143" y="2111381"/>
          <a:ext cx="8971716" cy="357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858">
                  <a:extLst>
                    <a:ext uri="{9D8B030D-6E8A-4147-A177-3AD203B41FA5}">
                      <a16:colId xmlns:a16="http://schemas.microsoft.com/office/drawing/2014/main" val="1795764276"/>
                    </a:ext>
                  </a:extLst>
                </a:gridCol>
                <a:gridCol w="4485858">
                  <a:extLst>
                    <a:ext uri="{9D8B030D-6E8A-4147-A177-3AD203B41FA5}">
                      <a16:colId xmlns:a16="http://schemas.microsoft.com/office/drawing/2014/main" val="4164915799"/>
                    </a:ext>
                  </a:extLst>
                </a:gridCol>
              </a:tblGrid>
              <a:tr h="595161"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Statistic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0168355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Mode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57.7 &amp; 75.6 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1654683524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Mean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73.85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968587151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Standard Dev.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21.21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15566098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Lower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(Weight &lt; 16.25)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329214453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Upper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(Weight &gt; 127.85)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411919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71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5587-8DB3-3CBE-4DC7-12C68393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C3E35-CF47-EE15-AB77-514AD4B7F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 – </a:t>
            </a:r>
            <a:r>
              <a:rPr lang="en-US" dirty="0" err="1"/>
              <a:t>session_duration</a:t>
            </a:r>
            <a:r>
              <a:rPr lang="en-US" dirty="0"/>
              <a:t> (hours)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5E824D-8E79-4E8E-B962-49FBED5D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46CC26C-C7A8-3308-FFF8-90C5A978B9C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65771959"/>
              </p:ext>
            </p:extLst>
          </p:nvPr>
        </p:nvGraphicFramePr>
        <p:xfrm>
          <a:off x="1610143" y="2111381"/>
          <a:ext cx="8971716" cy="357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858">
                  <a:extLst>
                    <a:ext uri="{9D8B030D-6E8A-4147-A177-3AD203B41FA5}">
                      <a16:colId xmlns:a16="http://schemas.microsoft.com/office/drawing/2014/main" val="1795764276"/>
                    </a:ext>
                  </a:extLst>
                </a:gridCol>
                <a:gridCol w="4485858">
                  <a:extLst>
                    <a:ext uri="{9D8B030D-6E8A-4147-A177-3AD203B41FA5}">
                      <a16:colId xmlns:a16="http://schemas.microsoft.com/office/drawing/2014/main" val="4164915799"/>
                    </a:ext>
                  </a:extLst>
                </a:gridCol>
              </a:tblGrid>
              <a:tr h="595161"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Statistic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0168355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Mode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1.03 &amp; 1.13 &amp; 1.37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1654683524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Mean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1.26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968587151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Standard Dev.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0.343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15566098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Lower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(Session Duration &lt; 0.410)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329214453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Upper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(Session Duration &gt; 2.09)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411919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572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FD6A-9594-6ABE-F136-DF3F6A2B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2479-3371-C580-6F22-E84CEFC1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 – </a:t>
            </a:r>
            <a:r>
              <a:rPr lang="en-US" dirty="0" err="1"/>
              <a:t>calories_burned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A6AB6A-01CD-FB88-37D9-4A846FA2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7D2B88E-5EF9-47DB-FF63-94C0ED02F1F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526604364"/>
              </p:ext>
            </p:extLst>
          </p:nvPr>
        </p:nvGraphicFramePr>
        <p:xfrm>
          <a:off x="1610143" y="2111381"/>
          <a:ext cx="8971716" cy="357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858">
                  <a:extLst>
                    <a:ext uri="{9D8B030D-6E8A-4147-A177-3AD203B41FA5}">
                      <a16:colId xmlns:a16="http://schemas.microsoft.com/office/drawing/2014/main" val="1795764276"/>
                    </a:ext>
                  </a:extLst>
                </a:gridCol>
                <a:gridCol w="4485858">
                  <a:extLst>
                    <a:ext uri="{9D8B030D-6E8A-4147-A177-3AD203B41FA5}">
                      <a16:colId xmlns:a16="http://schemas.microsoft.com/office/drawing/2014/main" val="4164915799"/>
                    </a:ext>
                  </a:extLst>
                </a:gridCol>
              </a:tblGrid>
              <a:tr h="595161"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Statistic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0168355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Mode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883.0 &amp; 1025.0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1654683524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Mean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905.42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968587151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Standard Dev.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272.64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15566098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Lower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(Calories Burned &lt; 186.0)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329214453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Upper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(Calories Burned &gt; 1610.0)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411919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52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2155C-7533-3113-723D-B195830E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23B7-5412-5B3C-6ABC-CF94CA979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 – </a:t>
            </a:r>
            <a:r>
              <a:rPr lang="en-US" dirty="0" err="1"/>
              <a:t>workout_type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B6E884-6C6F-D901-71A8-3AA30371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61A8813-E476-17A3-4AAE-DB367800BF3E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968472041"/>
              </p:ext>
            </p:extLst>
          </p:nvPr>
        </p:nvGraphicFramePr>
        <p:xfrm>
          <a:off x="1610143" y="2111381"/>
          <a:ext cx="8971716" cy="357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858">
                  <a:extLst>
                    <a:ext uri="{9D8B030D-6E8A-4147-A177-3AD203B41FA5}">
                      <a16:colId xmlns:a16="http://schemas.microsoft.com/office/drawing/2014/main" val="1795764276"/>
                    </a:ext>
                  </a:extLst>
                </a:gridCol>
                <a:gridCol w="4485858">
                  <a:extLst>
                    <a:ext uri="{9D8B030D-6E8A-4147-A177-3AD203B41FA5}">
                      <a16:colId xmlns:a16="http://schemas.microsoft.com/office/drawing/2014/main" val="4164915799"/>
                    </a:ext>
                  </a:extLst>
                </a:gridCol>
              </a:tblGrid>
              <a:tr h="595161"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Statistic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0168355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Mode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Strength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1654683524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Mean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1.55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968587151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Standard Dev.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1.13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15566098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Lower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(Workout Type &lt; -2.0)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329214453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Upper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(Workout Type &gt; 6.0)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411919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253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207E2-CBED-F04B-A891-62C6AAAE3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02CA-2A53-42C0-9F6D-4442E550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 – </a:t>
            </a:r>
            <a:r>
              <a:rPr lang="en-US" dirty="0" err="1"/>
              <a:t>max_bpm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582743-B1C0-40D4-26FA-91BB20B4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A95C7F6-F26A-A066-20A9-471E5ECD63DC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958889263"/>
              </p:ext>
            </p:extLst>
          </p:nvPr>
        </p:nvGraphicFramePr>
        <p:xfrm>
          <a:off x="1610143" y="2111381"/>
          <a:ext cx="8971716" cy="357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858">
                  <a:extLst>
                    <a:ext uri="{9D8B030D-6E8A-4147-A177-3AD203B41FA5}">
                      <a16:colId xmlns:a16="http://schemas.microsoft.com/office/drawing/2014/main" val="1795764276"/>
                    </a:ext>
                  </a:extLst>
                </a:gridCol>
                <a:gridCol w="4485858">
                  <a:extLst>
                    <a:ext uri="{9D8B030D-6E8A-4147-A177-3AD203B41FA5}">
                      <a16:colId xmlns:a16="http://schemas.microsoft.com/office/drawing/2014/main" val="4164915799"/>
                    </a:ext>
                  </a:extLst>
                </a:gridCol>
              </a:tblGrid>
              <a:tr h="595161"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Statistic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0168355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Mode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198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1654683524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Mean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179.88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968587151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Standard Dev.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11.53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15566098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Lower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(Max BPM &lt; 140.0)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329214453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Upper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(Max BPM &gt; 220.0)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411919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055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676F-F636-4B7E-5836-33018F16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91E03-A7A6-46A4-3F23-AA4BFDDC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Descriptive statistics – </a:t>
            </a:r>
            <a:r>
              <a:rPr lang="en-US" dirty="0" err="1"/>
              <a:t>max_bpm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7D7A28-F074-5258-8BDF-74476272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D29CE21-E7BC-0644-36F6-156B5E9F8672}"/>
              </a:ext>
            </a:extLst>
          </p:cNvPr>
          <p:cNvGraphicFramePr>
            <a:graphicFrameLocks noGrp="1"/>
          </p:cNvGraphicFramePr>
          <p:nvPr>
            <p:ph type="tbl" sz="quarter" idx="14"/>
          </p:nvPr>
        </p:nvGraphicFramePr>
        <p:xfrm>
          <a:off x="1610143" y="2111381"/>
          <a:ext cx="8971716" cy="357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858">
                  <a:extLst>
                    <a:ext uri="{9D8B030D-6E8A-4147-A177-3AD203B41FA5}">
                      <a16:colId xmlns:a16="http://schemas.microsoft.com/office/drawing/2014/main" val="1795764276"/>
                    </a:ext>
                  </a:extLst>
                </a:gridCol>
                <a:gridCol w="4485858">
                  <a:extLst>
                    <a:ext uri="{9D8B030D-6E8A-4147-A177-3AD203B41FA5}">
                      <a16:colId xmlns:a16="http://schemas.microsoft.com/office/drawing/2014/main" val="4164915799"/>
                    </a:ext>
                  </a:extLst>
                </a:gridCol>
              </a:tblGrid>
              <a:tr h="595161">
                <a:tc>
                  <a:txBody>
                    <a:bodyPr/>
                    <a:lstStyle/>
                    <a:p>
                      <a:r>
                        <a:rPr lang="en-US" sz="2700">
                          <a:solidFill>
                            <a:schemeClr val="tx1"/>
                          </a:solidFill>
                        </a:rPr>
                        <a:t>Statistic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7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0168355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Mode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198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1654683524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 dirty="0"/>
                        <a:t>Mean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179.88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968587151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Standard Dev.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11.53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215566098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Lower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(Max BPM &lt; 140.0)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3329214453"/>
                  </a:ext>
                </a:extLst>
              </a:tr>
              <a:tr h="595161">
                <a:tc>
                  <a:txBody>
                    <a:bodyPr/>
                    <a:lstStyle/>
                    <a:p>
                      <a:r>
                        <a:rPr lang="en-US" sz="2700"/>
                        <a:t>Upper Tail</a:t>
                      </a:r>
                    </a:p>
                  </a:txBody>
                  <a:tcPr marL="135264" marR="135264" marT="67632" marB="6763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(Max BPM &gt; 220.0)</a:t>
                      </a:r>
                      <a:endParaRPr lang="en-US" sz="2700" dirty="0"/>
                    </a:p>
                  </a:txBody>
                  <a:tcPr marL="135264" marR="135264" marT="67632" marB="67632"/>
                </a:tc>
                <a:extLst>
                  <a:ext uri="{0D108BD9-81ED-4DB2-BD59-A6C34878D82A}">
                    <a16:rowId xmlns:a16="http://schemas.microsoft.com/office/drawing/2014/main" val="411919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61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7539D-3D2A-5B5F-F664-08C42ABD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AA5B-CCC5-D0B6-A0A3-DAEB4A9AD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anchor="b">
            <a:normAutofit/>
          </a:bodyPr>
          <a:lstStyle/>
          <a:p>
            <a:r>
              <a:rPr lang="en-US" dirty="0"/>
              <a:t>Male vs. female</a:t>
            </a:r>
          </a:p>
        </p:txBody>
      </p:sp>
    </p:spTree>
    <p:extLst>
      <p:ext uri="{BB962C8B-B14F-4D97-AF65-F5344CB8AC3E}">
        <p14:creationId xmlns:p14="http://schemas.microsoft.com/office/powerpoint/2010/main" val="3491813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3AC09-97F2-D147-4648-89D5A20C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A344-F668-2761-024E-F750E7CB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1605280"/>
            <a:ext cx="7288282" cy="479457"/>
          </a:xfrm>
        </p:spPr>
        <p:txBody>
          <a:bodyPr anchor="b">
            <a:normAutofit/>
          </a:bodyPr>
          <a:lstStyle/>
          <a:p>
            <a:r>
              <a:rPr lang="en-US" dirty="0"/>
              <a:t>Calories burned by gender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660B1CE-0DE9-D6D2-46AD-96A606F4475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2318" y="2438400"/>
            <a:ext cx="7288282" cy="373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5229E0-B56F-6462-CEF1-477B99A2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58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BF66-F6EE-6356-EA69-64F3BAE5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DB6C-8D06-7DF7-A0EB-0993DF50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1584960"/>
            <a:ext cx="7288282" cy="459137"/>
          </a:xfrm>
        </p:spPr>
        <p:txBody>
          <a:bodyPr anchor="b">
            <a:normAutofit fontScale="90000"/>
          </a:bodyPr>
          <a:lstStyle/>
          <a:p>
            <a:r>
              <a:rPr lang="en-US" dirty="0" err="1"/>
              <a:t>Cdf</a:t>
            </a:r>
            <a:r>
              <a:rPr lang="en-US" dirty="0"/>
              <a:t> of calories burned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3988A6B-6459-6BE7-02CD-B4935D111EA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2318" y="2407920"/>
            <a:ext cx="6643121" cy="376220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6F082E4-7674-4C3F-F761-C5B92CA59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028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4932-2DF3-A34D-E387-DD543323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9EB86-9E6A-531C-F29F-80844FE8C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anchor="b">
            <a:normAutofit/>
          </a:bodyPr>
          <a:lstStyle/>
          <a:p>
            <a:r>
              <a:rPr lang="en-US" dirty="0"/>
              <a:t>Analytical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2602267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B56A4-5321-1C8D-4959-CFAE577E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86F0-C82C-5F3E-B048-CDE08C4B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28250"/>
            <a:ext cx="7288282" cy="459137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Normal probability – </a:t>
            </a:r>
            <a:r>
              <a:rPr lang="en-US" dirty="0" err="1"/>
              <a:t>calories_burned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1EA4AA-DC0D-4CFB-9D2A-E27033F9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AAEDC560-452A-F7A3-39BD-6D919EBBB8F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18" y="2346960"/>
            <a:ext cx="7288282" cy="382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F64A0-41FB-C3CA-B523-8E67258DD892}"/>
              </a:ext>
            </a:extLst>
          </p:cNvPr>
          <p:cNvSpPr txBox="1"/>
          <p:nvPr/>
        </p:nvSpPr>
        <p:spPr>
          <a:xfrm>
            <a:off x="1412240" y="1122888"/>
            <a:ext cx="6868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No extreme outliers. </a:t>
            </a:r>
          </a:p>
          <a:p>
            <a:pPr marL="285750" indent="-285750">
              <a:buFontTx/>
              <a:buChar char="-"/>
            </a:pPr>
            <a:r>
              <a:rPr lang="en-US" dirty="0"/>
              <a:t>Calories Burned follows a normal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544173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22E9-6CEF-06D7-BE3E-F298E8557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89EA-2671-DEA5-8372-9D4D1CBE4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anchor="b">
            <a:normAutofit/>
          </a:bodyPr>
          <a:lstStyle/>
          <a:p>
            <a:r>
              <a:rPr lang="en-US" dirty="0"/>
              <a:t>Scatterplot – calories burned vs session duration</a:t>
            </a:r>
          </a:p>
        </p:txBody>
      </p:sp>
    </p:spTree>
    <p:extLst>
      <p:ext uri="{BB962C8B-B14F-4D97-AF65-F5344CB8AC3E}">
        <p14:creationId xmlns:p14="http://schemas.microsoft.com/office/powerpoint/2010/main" val="4233473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4F034-2B66-00E1-9B63-41CF1D75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064D-3B2E-6405-5493-5FCE60FA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28250"/>
            <a:ext cx="7288282" cy="459137"/>
          </a:xfrm>
        </p:spPr>
        <p:txBody>
          <a:bodyPr anchor="b">
            <a:normAutofit fontScale="90000"/>
          </a:bodyPr>
          <a:lstStyle/>
          <a:p>
            <a:r>
              <a:rPr lang="en-US" dirty="0" err="1"/>
              <a:t>Calories_burned</a:t>
            </a:r>
            <a:r>
              <a:rPr lang="en-US" dirty="0"/>
              <a:t> vs. </a:t>
            </a:r>
            <a:r>
              <a:rPr lang="en-US" dirty="0" err="1"/>
              <a:t>session_duration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29F343-6708-B992-6AF6-089D1FF4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C0DE7-4C9D-0E39-74A0-DC9D16B81C53}"/>
              </a:ext>
            </a:extLst>
          </p:cNvPr>
          <p:cNvSpPr txBox="1"/>
          <p:nvPr/>
        </p:nvSpPr>
        <p:spPr>
          <a:xfrm>
            <a:off x="1412240" y="1122888"/>
            <a:ext cx="686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Pearson Correlation – 0.91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CE783D1-0EF2-F077-0C92-E4AA6BECDA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18" y="2448560"/>
            <a:ext cx="6958082" cy="3722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006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E3D0-519A-E3A7-8810-C41ACD47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E712-2561-EDDB-F302-8D5805723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anchor="b">
            <a:normAutofit/>
          </a:bodyPr>
          <a:lstStyle/>
          <a:p>
            <a:r>
              <a:rPr lang="en-US" dirty="0"/>
              <a:t>Scatterplot – calories burned vs max bpm</a:t>
            </a:r>
          </a:p>
        </p:txBody>
      </p:sp>
    </p:spTree>
    <p:extLst>
      <p:ext uri="{BB962C8B-B14F-4D97-AF65-F5344CB8AC3E}">
        <p14:creationId xmlns:p14="http://schemas.microsoft.com/office/powerpoint/2010/main" val="1393931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4211C-FC02-B714-03AE-A7221F0B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C962-8AED-3576-6328-CC9CE70A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28250"/>
            <a:ext cx="7288282" cy="459137"/>
          </a:xfrm>
        </p:spPr>
        <p:txBody>
          <a:bodyPr anchor="b">
            <a:normAutofit fontScale="90000"/>
          </a:bodyPr>
          <a:lstStyle/>
          <a:p>
            <a:r>
              <a:rPr lang="en-US" dirty="0" err="1"/>
              <a:t>Calories_burned</a:t>
            </a:r>
            <a:r>
              <a:rPr lang="en-US" dirty="0"/>
              <a:t> vs. </a:t>
            </a:r>
            <a:r>
              <a:rPr lang="en-US" dirty="0" err="1"/>
              <a:t>max_bpm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AAF0B3-C80E-458C-F214-44D6E3C8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CB667A6-F5B7-D333-2469-8516FFEB628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18" y="2641600"/>
            <a:ext cx="6868160" cy="352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A838AE-68DB-B549-8370-72D8DA45E799}"/>
              </a:ext>
            </a:extLst>
          </p:cNvPr>
          <p:cNvSpPr txBox="1"/>
          <p:nvPr/>
        </p:nvSpPr>
        <p:spPr>
          <a:xfrm>
            <a:off x="1322318" y="1127760"/>
            <a:ext cx="536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Pearson Correlation – 0.0 </a:t>
            </a:r>
          </a:p>
        </p:txBody>
      </p:sp>
    </p:spTree>
    <p:extLst>
      <p:ext uri="{BB962C8B-B14F-4D97-AF65-F5344CB8AC3E}">
        <p14:creationId xmlns:p14="http://schemas.microsoft.com/office/powerpoint/2010/main" val="1290361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2C3CF-D28D-D16E-CB14-4A4CE511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49CB-D690-F04B-6D70-F5E9313BA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anchor="b">
            <a:normAutofit/>
          </a:bodyPr>
          <a:lstStyle/>
          <a:p>
            <a:r>
              <a:rPr lang="en-US" dirty="0"/>
              <a:t>Scatterplot – calories burned vs workout type by gender</a:t>
            </a:r>
          </a:p>
        </p:txBody>
      </p:sp>
    </p:spTree>
    <p:extLst>
      <p:ext uri="{BB962C8B-B14F-4D97-AF65-F5344CB8AC3E}">
        <p14:creationId xmlns:p14="http://schemas.microsoft.com/office/powerpoint/2010/main" val="2219118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5055-B622-CF56-B9EA-3820B27F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514D-F317-9142-31AC-EE19F738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28250"/>
            <a:ext cx="7288282" cy="459137"/>
          </a:xfrm>
        </p:spPr>
        <p:txBody>
          <a:bodyPr anchor="b">
            <a:normAutofit fontScale="90000"/>
          </a:bodyPr>
          <a:lstStyle/>
          <a:p>
            <a:r>
              <a:rPr lang="en-US" dirty="0" err="1"/>
              <a:t>Calories_burned</a:t>
            </a:r>
            <a:r>
              <a:rPr lang="en-US" dirty="0"/>
              <a:t> vs. </a:t>
            </a:r>
            <a:r>
              <a:rPr lang="en-US" dirty="0" err="1"/>
              <a:t>workout_type</a:t>
            </a:r>
            <a:r>
              <a:rPr lang="en-US" dirty="0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1421CF-6A06-7917-CDAF-9D0C8E4B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34D60-4E09-0802-A8AE-7D3B751C9D39}"/>
              </a:ext>
            </a:extLst>
          </p:cNvPr>
          <p:cNvSpPr txBox="1"/>
          <p:nvPr/>
        </p:nvSpPr>
        <p:spPr>
          <a:xfrm>
            <a:off x="1322318" y="1127760"/>
            <a:ext cx="536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Anova: 0.95, P-Value: 0.41 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ED748AA-2536-B272-DFC9-0AA333C1AA4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18" y="2113280"/>
            <a:ext cx="7059682" cy="405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572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ABBE-F257-CCAC-013E-C354B6EE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C6CF-086E-43F0-3CC4-CCE5A8A5E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 anchor="b">
            <a:normAutofit/>
          </a:bodyPr>
          <a:lstStyle/>
          <a:p>
            <a:r>
              <a:rPr lang="en-US" dirty="0"/>
              <a:t>Hypothesis test</a:t>
            </a:r>
          </a:p>
        </p:txBody>
      </p:sp>
    </p:spTree>
    <p:extLst>
      <p:ext uri="{BB962C8B-B14F-4D97-AF65-F5344CB8AC3E}">
        <p14:creationId xmlns:p14="http://schemas.microsoft.com/office/powerpoint/2010/main" val="2213224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Hypothesis test &amp; permutation test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/>
          <a:lstStyle/>
          <a:p>
            <a:r>
              <a:rPr lang="en-US" dirty="0"/>
              <a:t>Hypothesis Results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Statistic: 0.9881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P-Value: 0.428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the type of workout nor gender impacts calories burned.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/>
          <a:lstStyle/>
          <a:p>
            <a:r>
              <a:rPr lang="en-US" dirty="0"/>
              <a:t>Permutation Results</a:t>
            </a:r>
          </a:p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5506720" cy="303148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Statistic (Yoga): 30.667, P-Value: 0.215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Statistic (HIIT): 42.45, P-Value: 0.102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Statistic (Cardio): 1.91, P-Value: 0.938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Statistic (Strength): 4.34, P-Value: 0.87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Indicates gender doesn’t play a significant role in burning calories for these four workout types.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B2A68D-3A23-4D5C-A24E-8056994253DB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{74BCDBC9-2FBD-43F1-A577-A14C8D8028D7}tf67328976_win32</Template>
  <TotalTime>7238</TotalTime>
  <Words>729</Words>
  <Application>Microsoft Office PowerPoint</Application>
  <PresentationFormat>Widescreen</PresentationFormat>
  <Paragraphs>232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Tenorite</vt:lpstr>
      <vt:lpstr>Custom</vt:lpstr>
      <vt:lpstr>Do specific workouts impact calories burned? Does Gender impact this?  Kyle Spalding  DSC530 – Data Exploration and analysis  02/24/2025</vt:lpstr>
      <vt:lpstr>Introduction</vt:lpstr>
      <vt:lpstr>Variables</vt:lpstr>
      <vt:lpstr>Variables Used</vt:lpstr>
      <vt:lpstr>Histograms</vt:lpstr>
      <vt:lpstr>Age Variable</vt:lpstr>
      <vt:lpstr>Gender variable</vt:lpstr>
      <vt:lpstr>Weight (kg) variable</vt:lpstr>
      <vt:lpstr>Session_duration (hours) variable</vt:lpstr>
      <vt:lpstr>Calories_burned variable</vt:lpstr>
      <vt:lpstr>Workout_type variable</vt:lpstr>
      <vt:lpstr>Max_bpm variable</vt:lpstr>
      <vt:lpstr>Max_bpm variable</vt:lpstr>
      <vt:lpstr>Descriptive statistics</vt:lpstr>
      <vt:lpstr>Descriptive statistics - age</vt:lpstr>
      <vt:lpstr>Descriptive statistics - gender</vt:lpstr>
      <vt:lpstr>Descriptive statistics – weight (kg)</vt:lpstr>
      <vt:lpstr>Descriptive statistics – session_duration (hours)</vt:lpstr>
      <vt:lpstr>Descriptive statistics – calories_burned</vt:lpstr>
      <vt:lpstr>Descriptive statistics – workout_type</vt:lpstr>
      <vt:lpstr>Descriptive statistics – max_bpm</vt:lpstr>
      <vt:lpstr>Descriptive statistics – max_bpm</vt:lpstr>
      <vt:lpstr>Male vs. female</vt:lpstr>
      <vt:lpstr>Calories burned by gender</vt:lpstr>
      <vt:lpstr>Cdf of calories burned</vt:lpstr>
      <vt:lpstr>Analytical distribution</vt:lpstr>
      <vt:lpstr>Normal probability – calories_burned</vt:lpstr>
      <vt:lpstr>Scatterplot – calories burned vs session duration</vt:lpstr>
      <vt:lpstr>Calories_burned vs. session_duration</vt:lpstr>
      <vt:lpstr>Scatterplot – calories burned vs max bpm</vt:lpstr>
      <vt:lpstr>Calories_burned vs. max_bpm</vt:lpstr>
      <vt:lpstr>Scatterplot – calories burned vs workout type by gender</vt:lpstr>
      <vt:lpstr>Calories_burned vs. workout_type </vt:lpstr>
      <vt:lpstr>Hypothesis test</vt:lpstr>
      <vt:lpstr>Hypothesis test &amp; permutation test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Spalding</dc:creator>
  <cp:lastModifiedBy>Kyle Spalding</cp:lastModifiedBy>
  <cp:revision>1</cp:revision>
  <dcterms:created xsi:type="dcterms:W3CDTF">2025-02-25T01:20:06Z</dcterms:created>
  <dcterms:modified xsi:type="dcterms:W3CDTF">2025-03-02T01:58:46Z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